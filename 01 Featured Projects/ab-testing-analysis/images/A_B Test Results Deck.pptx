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4"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Figtree"/>
      <p:regular r:id="rId13"/>
      <p:bold r:id="rId14"/>
      <p:italic r:id="rId15"/>
      <p:boldItalic r:id="rId16"/>
    </p:embeddedFont>
    <p:embeddedFont>
      <p:font typeface="Jost Light"/>
      <p:regular r:id="rId17"/>
      <p:bold r:id="rId18"/>
      <p:italic r:id="rId19"/>
      <p:boldItalic r:id="rId20"/>
    </p:embeddedFont>
    <p:embeddedFont>
      <p:font typeface="Figtree Light"/>
      <p:regular r:id="rId21"/>
      <p:bold r:id="rId22"/>
      <p:italic r:id="rId23"/>
      <p:boldItalic r:id="rId24"/>
    </p:embeddedFont>
    <p:embeddedFont>
      <p:font typeface="Jost"/>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JostLight-boldItalic.fntdata"/><Relationship Id="rId22" Type="http://schemas.openxmlformats.org/officeDocument/2006/relationships/font" Target="fonts/FigtreeLight-bold.fntdata"/><Relationship Id="rId21" Type="http://schemas.openxmlformats.org/officeDocument/2006/relationships/font" Target="fonts/FigtreeLight-regular.fntdata"/><Relationship Id="rId24" Type="http://schemas.openxmlformats.org/officeDocument/2006/relationships/font" Target="fonts/FigtreeLight-boldItalic.fntdata"/><Relationship Id="rId23" Type="http://schemas.openxmlformats.org/officeDocument/2006/relationships/font" Target="fonts/FigtreeLight-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Jost-bold.fntdata"/><Relationship Id="rId25" Type="http://schemas.openxmlformats.org/officeDocument/2006/relationships/font" Target="fonts/Jost-regular.fntdata"/><Relationship Id="rId28" Type="http://schemas.openxmlformats.org/officeDocument/2006/relationships/font" Target="fonts/Jost-boldItalic.fntdata"/><Relationship Id="rId27" Type="http://schemas.openxmlformats.org/officeDocument/2006/relationships/font" Target="fonts/Jost-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Figtree-regular.fntdata"/><Relationship Id="rId12" Type="http://schemas.openxmlformats.org/officeDocument/2006/relationships/slide" Target="slides/slide7.xml"/><Relationship Id="rId15" Type="http://schemas.openxmlformats.org/officeDocument/2006/relationships/font" Target="fonts/Figtree-italic.fntdata"/><Relationship Id="rId14" Type="http://schemas.openxmlformats.org/officeDocument/2006/relationships/font" Target="fonts/Figtree-bold.fntdata"/><Relationship Id="rId17" Type="http://schemas.openxmlformats.org/officeDocument/2006/relationships/font" Target="fonts/JostLight-regular.fntdata"/><Relationship Id="rId16" Type="http://schemas.openxmlformats.org/officeDocument/2006/relationships/font" Target="fonts/Figtree-boldItalic.fntdata"/><Relationship Id="rId19" Type="http://schemas.openxmlformats.org/officeDocument/2006/relationships/font" Target="fonts/JostLight-italic.fntdata"/><Relationship Id="rId18" Type="http://schemas.openxmlformats.org/officeDocument/2006/relationships/font" Target="fonts/JostLight-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f6000be79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3f6000be79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f602a3bf8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3f602a3bf8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f602a3bf81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3f602a3bf81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f6000be79f_0_5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3f6000be79f_0_5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3f602a3bf81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3f602a3bf81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f602a3bf81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3f602a3bf81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f6000be79f_0_7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3f6000be79f_0_7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 Alt 1">
  <p:cSld name="CUSTOM_7_1_1_1_1_1_1_1_1_1_1_1_1_1_1_1_1">
    <p:spTree>
      <p:nvGrpSpPr>
        <p:cNvPr id="10" name="Shape 10"/>
        <p:cNvGrpSpPr/>
        <p:nvPr/>
      </p:nvGrpSpPr>
      <p:grpSpPr>
        <a:xfrm>
          <a:off x="0" y="0"/>
          <a:ext cx="0" cy="0"/>
          <a:chOff x="0" y="0"/>
          <a:chExt cx="0" cy="0"/>
        </a:xfrm>
      </p:grpSpPr>
      <p:pic>
        <p:nvPicPr>
          <p:cNvPr id="11" name="Google Shape;11;p2"/>
          <p:cNvPicPr preferRelativeResize="0"/>
          <p:nvPr/>
        </p:nvPicPr>
        <p:blipFill>
          <a:blip r:embed="rId2">
            <a:alphaModFix/>
          </a:blip>
          <a:stretch>
            <a:fillRect/>
          </a:stretch>
        </p:blipFill>
        <p:spPr>
          <a:xfrm>
            <a:off x="0" y="0"/>
            <a:ext cx="9144003" cy="5143501"/>
          </a:xfrm>
          <a:prstGeom prst="rect">
            <a:avLst/>
          </a:prstGeom>
          <a:noFill/>
          <a:ln>
            <a:noFill/>
          </a:ln>
        </p:spPr>
      </p:pic>
      <p:sp>
        <p:nvSpPr>
          <p:cNvPr id="12" name="Google Shape;12;p2"/>
          <p:cNvSpPr txBox="1"/>
          <p:nvPr>
            <p:ph idx="1" type="subTitle"/>
          </p:nvPr>
        </p:nvSpPr>
        <p:spPr>
          <a:xfrm>
            <a:off x="228225" y="1298200"/>
            <a:ext cx="2712000" cy="174300"/>
          </a:xfrm>
          <a:prstGeom prst="rect">
            <a:avLst/>
          </a:prstGeom>
        </p:spPr>
        <p:txBody>
          <a:bodyPr anchorCtr="0" anchor="t" bIns="0" lIns="0" spcFirstLastPara="1" rIns="0" wrap="square" tIns="0">
            <a:sp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3" name="Google Shape;13;p2"/>
          <p:cNvSpPr txBox="1"/>
          <p:nvPr>
            <p:ph type="title"/>
          </p:nvPr>
        </p:nvSpPr>
        <p:spPr>
          <a:xfrm>
            <a:off x="228225" y="4579187"/>
            <a:ext cx="7310400" cy="4050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Figtree Light"/>
              <a:buNone/>
              <a:defRPr sz="800">
                <a:latin typeface="Figtree Light"/>
                <a:ea typeface="Figtree Light"/>
                <a:cs typeface="Figtree Light"/>
                <a:sym typeface="Figtree Light"/>
              </a:defRPr>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Clr>
                <a:schemeClr val="dk1"/>
              </a:buClr>
              <a:buSzPts val="1400"/>
              <a:buNone/>
              <a:defRPr/>
            </a:lvl5pPr>
            <a:lvl6pPr lvl="5">
              <a:spcBef>
                <a:spcPts val="0"/>
              </a:spcBef>
              <a:spcAft>
                <a:spcPts val="0"/>
              </a:spcAft>
              <a:buClr>
                <a:schemeClr val="dk1"/>
              </a:buClr>
              <a:buSzPts val="1400"/>
              <a:buNone/>
              <a:defRPr/>
            </a:lvl6pPr>
            <a:lvl7pPr lvl="6">
              <a:spcBef>
                <a:spcPts val="0"/>
              </a:spcBef>
              <a:spcAft>
                <a:spcPts val="0"/>
              </a:spcAft>
              <a:buClr>
                <a:schemeClr val="dk1"/>
              </a:buClr>
              <a:buSzPts val="1400"/>
              <a:buNone/>
              <a:defRPr/>
            </a:lvl7pPr>
            <a:lvl8pPr lvl="7">
              <a:spcBef>
                <a:spcPts val="0"/>
              </a:spcBef>
              <a:spcAft>
                <a:spcPts val="0"/>
              </a:spcAft>
              <a:buClr>
                <a:schemeClr val="dk1"/>
              </a:buClr>
              <a:buSzPts val="1400"/>
              <a:buNone/>
              <a:defRPr/>
            </a:lvl8pPr>
            <a:lvl9pPr lvl="8">
              <a:spcBef>
                <a:spcPts val="0"/>
              </a:spcBef>
              <a:spcAft>
                <a:spcPts val="0"/>
              </a:spcAft>
              <a:buClr>
                <a:schemeClr val="dk1"/>
              </a:buClr>
              <a:buSzPts val="1400"/>
              <a:buNone/>
              <a:defRPr/>
            </a:lvl9pPr>
          </a:lstStyle>
          <a:p/>
        </p:txBody>
      </p:sp>
      <p:sp>
        <p:nvSpPr>
          <p:cNvPr id="14" name="Google Shape;14;p2"/>
          <p:cNvSpPr txBox="1"/>
          <p:nvPr>
            <p:ph idx="2" type="subTitle"/>
          </p:nvPr>
        </p:nvSpPr>
        <p:spPr>
          <a:xfrm>
            <a:off x="228225" y="2260925"/>
            <a:ext cx="5340300" cy="267000"/>
          </a:xfrm>
          <a:prstGeom prst="rect">
            <a:avLst/>
          </a:prstGeom>
        </p:spPr>
        <p:txBody>
          <a:bodyPr anchorCtr="0" anchor="t" bIns="0" lIns="0" spcFirstLastPara="1" rIns="0" wrap="square" tIns="0">
            <a:spAutoFit/>
          </a:bodyPr>
          <a:lstStyle>
            <a:lvl1pPr lvl="0">
              <a:spcBef>
                <a:spcPts val="0"/>
              </a:spcBef>
              <a:spcAft>
                <a:spcPts val="0"/>
              </a:spcAft>
              <a:buNone/>
              <a:defRPr sz="1200">
                <a:solidFill>
                  <a:schemeClr val="dk2"/>
                </a:solidFill>
              </a:defRPr>
            </a:lvl1pPr>
            <a:lvl2pPr lvl="1">
              <a:spcBef>
                <a:spcPts val="0"/>
              </a:spcBef>
              <a:spcAft>
                <a:spcPts val="0"/>
              </a:spcAft>
              <a:buNone/>
              <a:defRPr sz="1200">
                <a:solidFill>
                  <a:schemeClr val="dk2"/>
                </a:solidFill>
              </a:defRPr>
            </a:lvl2pPr>
            <a:lvl3pPr lvl="2">
              <a:spcBef>
                <a:spcPts val="0"/>
              </a:spcBef>
              <a:spcAft>
                <a:spcPts val="0"/>
              </a:spcAft>
              <a:buNone/>
              <a:defRPr sz="1200">
                <a:solidFill>
                  <a:schemeClr val="dk2"/>
                </a:solidFill>
              </a:defRPr>
            </a:lvl3pPr>
            <a:lvl4pPr lvl="3">
              <a:spcBef>
                <a:spcPts val="0"/>
              </a:spcBef>
              <a:spcAft>
                <a:spcPts val="0"/>
              </a:spcAft>
              <a:buNone/>
              <a:defRPr sz="1200">
                <a:solidFill>
                  <a:schemeClr val="dk2"/>
                </a:solidFill>
              </a:defRPr>
            </a:lvl4pPr>
            <a:lvl5pPr lvl="4">
              <a:spcBef>
                <a:spcPts val="0"/>
              </a:spcBef>
              <a:spcAft>
                <a:spcPts val="0"/>
              </a:spcAft>
              <a:buNone/>
              <a:defRPr sz="1200">
                <a:solidFill>
                  <a:schemeClr val="dk2"/>
                </a:solidFill>
              </a:defRPr>
            </a:lvl5pPr>
            <a:lvl6pPr lvl="5">
              <a:spcBef>
                <a:spcPts val="0"/>
              </a:spcBef>
              <a:spcAft>
                <a:spcPts val="0"/>
              </a:spcAft>
              <a:buNone/>
              <a:defRPr sz="1200">
                <a:solidFill>
                  <a:schemeClr val="dk2"/>
                </a:solidFill>
              </a:defRPr>
            </a:lvl6pPr>
            <a:lvl7pPr lvl="6">
              <a:spcBef>
                <a:spcPts val="0"/>
              </a:spcBef>
              <a:spcAft>
                <a:spcPts val="0"/>
              </a:spcAft>
              <a:buNone/>
              <a:defRPr sz="1200">
                <a:solidFill>
                  <a:schemeClr val="dk2"/>
                </a:solidFill>
              </a:defRPr>
            </a:lvl7pPr>
            <a:lvl8pPr lvl="7">
              <a:spcBef>
                <a:spcPts val="0"/>
              </a:spcBef>
              <a:spcAft>
                <a:spcPts val="0"/>
              </a:spcAft>
              <a:buNone/>
              <a:defRPr sz="1200">
                <a:solidFill>
                  <a:schemeClr val="dk2"/>
                </a:solidFill>
              </a:defRPr>
            </a:lvl8pPr>
            <a:lvl9pPr lvl="8">
              <a:spcBef>
                <a:spcPts val="0"/>
              </a:spcBef>
              <a:spcAft>
                <a:spcPts val="0"/>
              </a:spcAft>
              <a:buNone/>
              <a:defRPr sz="1200">
                <a:solidFill>
                  <a:schemeClr val="dk2"/>
                </a:solidFill>
              </a:defRPr>
            </a:lvl9pPr>
          </a:lstStyle>
          <a:p/>
        </p:txBody>
      </p:sp>
      <p:sp>
        <p:nvSpPr>
          <p:cNvPr id="15" name="Google Shape;15;p2"/>
          <p:cNvSpPr txBox="1"/>
          <p:nvPr>
            <p:ph idx="3" type="title"/>
          </p:nvPr>
        </p:nvSpPr>
        <p:spPr>
          <a:xfrm>
            <a:off x="189618" y="1545733"/>
            <a:ext cx="8278500" cy="1444200"/>
          </a:xfrm>
          <a:prstGeom prst="rect">
            <a:avLst/>
          </a:prstGeom>
        </p:spPr>
        <p:txBody>
          <a:bodyPr anchorCtr="0" anchor="t" bIns="91425" lIns="0" spcFirstLastPara="1" rIns="91425" wrap="square" tIns="91425">
            <a:noAutofit/>
          </a:bodyPr>
          <a:lstStyle>
            <a:lvl1pPr lvl="0">
              <a:lnSpc>
                <a:spcPct val="80000"/>
              </a:lnSpc>
              <a:spcBef>
                <a:spcPts val="0"/>
              </a:spcBef>
              <a:spcAft>
                <a:spcPts val="0"/>
              </a:spcAft>
              <a:buClr>
                <a:schemeClr val="dk1"/>
              </a:buClr>
              <a:buSzPts val="8000"/>
              <a:buFont typeface="Figtree"/>
              <a:buNone/>
              <a:defRPr sz="8000"/>
            </a:lvl1pPr>
            <a:lvl2pPr lvl="1">
              <a:spcBef>
                <a:spcPts val="0"/>
              </a:spcBef>
              <a:spcAft>
                <a:spcPts val="0"/>
              </a:spcAft>
              <a:buClr>
                <a:schemeClr val="dk1"/>
              </a:buClr>
              <a:buSzPts val="8000"/>
              <a:buNone/>
              <a:defRPr sz="8000">
                <a:solidFill>
                  <a:schemeClr val="dk1"/>
                </a:solidFill>
              </a:defRPr>
            </a:lvl2pPr>
            <a:lvl3pPr lvl="2">
              <a:spcBef>
                <a:spcPts val="0"/>
              </a:spcBef>
              <a:spcAft>
                <a:spcPts val="0"/>
              </a:spcAft>
              <a:buClr>
                <a:schemeClr val="dk1"/>
              </a:buClr>
              <a:buSzPts val="8000"/>
              <a:buNone/>
              <a:defRPr sz="8000">
                <a:solidFill>
                  <a:schemeClr val="dk1"/>
                </a:solidFill>
              </a:defRPr>
            </a:lvl3pPr>
            <a:lvl4pPr lvl="3">
              <a:spcBef>
                <a:spcPts val="0"/>
              </a:spcBef>
              <a:spcAft>
                <a:spcPts val="0"/>
              </a:spcAft>
              <a:buClr>
                <a:schemeClr val="dk1"/>
              </a:buClr>
              <a:buSzPts val="8000"/>
              <a:buNone/>
              <a:defRPr sz="8000">
                <a:solidFill>
                  <a:schemeClr val="dk1"/>
                </a:solidFill>
              </a:defRPr>
            </a:lvl4pPr>
            <a:lvl5pPr lvl="4">
              <a:spcBef>
                <a:spcPts val="0"/>
              </a:spcBef>
              <a:spcAft>
                <a:spcPts val="0"/>
              </a:spcAft>
              <a:buClr>
                <a:schemeClr val="dk1"/>
              </a:buClr>
              <a:buSzPts val="8000"/>
              <a:buNone/>
              <a:defRPr sz="8000">
                <a:solidFill>
                  <a:schemeClr val="dk1"/>
                </a:solidFill>
              </a:defRPr>
            </a:lvl5pPr>
            <a:lvl6pPr lvl="5">
              <a:spcBef>
                <a:spcPts val="0"/>
              </a:spcBef>
              <a:spcAft>
                <a:spcPts val="0"/>
              </a:spcAft>
              <a:buClr>
                <a:schemeClr val="dk1"/>
              </a:buClr>
              <a:buSzPts val="8000"/>
              <a:buNone/>
              <a:defRPr sz="8000">
                <a:solidFill>
                  <a:schemeClr val="dk1"/>
                </a:solidFill>
              </a:defRPr>
            </a:lvl6pPr>
            <a:lvl7pPr lvl="6">
              <a:spcBef>
                <a:spcPts val="0"/>
              </a:spcBef>
              <a:spcAft>
                <a:spcPts val="0"/>
              </a:spcAft>
              <a:buClr>
                <a:schemeClr val="dk1"/>
              </a:buClr>
              <a:buSzPts val="8000"/>
              <a:buNone/>
              <a:defRPr sz="8000">
                <a:solidFill>
                  <a:schemeClr val="dk1"/>
                </a:solidFill>
              </a:defRPr>
            </a:lvl7pPr>
            <a:lvl8pPr lvl="7">
              <a:spcBef>
                <a:spcPts val="0"/>
              </a:spcBef>
              <a:spcAft>
                <a:spcPts val="0"/>
              </a:spcAft>
              <a:buClr>
                <a:schemeClr val="dk1"/>
              </a:buClr>
              <a:buSzPts val="8000"/>
              <a:buNone/>
              <a:defRPr sz="8000">
                <a:solidFill>
                  <a:schemeClr val="dk1"/>
                </a:solidFill>
              </a:defRPr>
            </a:lvl8pPr>
            <a:lvl9pPr lvl="8">
              <a:spcBef>
                <a:spcPts val="0"/>
              </a:spcBef>
              <a:spcAft>
                <a:spcPts val="0"/>
              </a:spcAft>
              <a:buClr>
                <a:schemeClr val="dk1"/>
              </a:buClr>
              <a:buSzPts val="8000"/>
              <a:buNone/>
              <a:defRPr sz="8000">
                <a:solidFill>
                  <a:schemeClr val="dk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CUSTOM_1_1">
    <p:spTree>
      <p:nvGrpSpPr>
        <p:cNvPr id="16" name="Shape 16"/>
        <p:cNvGrpSpPr/>
        <p:nvPr/>
      </p:nvGrpSpPr>
      <p:grpSpPr>
        <a:xfrm>
          <a:off x="0" y="0"/>
          <a:ext cx="0" cy="0"/>
          <a:chOff x="0" y="0"/>
          <a:chExt cx="0" cy="0"/>
        </a:xfrm>
      </p:grpSpPr>
      <p:sp>
        <p:nvSpPr>
          <p:cNvPr id="17" name="Google Shape;17;p3"/>
          <p:cNvSpPr/>
          <p:nvPr/>
        </p:nvSpPr>
        <p:spPr>
          <a:xfrm>
            <a:off x="0" y="0"/>
            <a:ext cx="2406900" cy="240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8" name="Google Shape;18;p3"/>
          <p:cNvSpPr/>
          <p:nvPr/>
        </p:nvSpPr>
        <p:spPr>
          <a:xfrm>
            <a:off x="7172525" y="0"/>
            <a:ext cx="1971600" cy="5143500"/>
          </a:xfrm>
          <a:prstGeom prst="rect">
            <a:avLst/>
          </a:prstGeom>
          <a:gradFill>
            <a:gsLst>
              <a:gs pos="0">
                <a:schemeClr val="accent6"/>
              </a:gs>
              <a:gs pos="100000">
                <a:schemeClr val="lt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9" name="Google Shape;19;p3"/>
          <p:cNvSpPr txBox="1"/>
          <p:nvPr>
            <p:ph type="title"/>
          </p:nvPr>
        </p:nvSpPr>
        <p:spPr>
          <a:xfrm>
            <a:off x="3809850" y="1269500"/>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20" name="Google Shape;20;p3"/>
          <p:cNvSpPr txBox="1"/>
          <p:nvPr>
            <p:ph idx="2" type="title"/>
          </p:nvPr>
        </p:nvSpPr>
        <p:spPr>
          <a:xfrm>
            <a:off x="3154650" y="3495050"/>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21" name="Google Shape;21;p3"/>
          <p:cNvSpPr txBox="1"/>
          <p:nvPr>
            <p:ph idx="3" type="title"/>
          </p:nvPr>
        </p:nvSpPr>
        <p:spPr>
          <a:xfrm>
            <a:off x="230075" y="58625"/>
            <a:ext cx="2500500" cy="172200"/>
          </a:xfrm>
          <a:prstGeom prst="rect">
            <a:avLst/>
          </a:prstGeom>
        </p:spPr>
        <p:txBody>
          <a:bodyPr anchorCtr="0" anchor="t" bIns="0" lIns="0" spcFirstLastPara="1" rIns="0" wrap="square" tIns="0">
            <a:noAutofit/>
          </a:bodyPr>
          <a:lstStyle>
            <a:lvl1pPr lvl="0">
              <a:spcBef>
                <a:spcPts val="0"/>
              </a:spcBef>
              <a:spcAft>
                <a:spcPts val="0"/>
              </a:spcAft>
              <a:buNone/>
              <a:defRPr sz="7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22" name="Google Shape;22;p3"/>
          <p:cNvSpPr txBox="1"/>
          <p:nvPr>
            <p:ph idx="4" type="title"/>
          </p:nvPr>
        </p:nvSpPr>
        <p:spPr>
          <a:xfrm>
            <a:off x="6414875" y="58625"/>
            <a:ext cx="2500500" cy="172200"/>
          </a:xfrm>
          <a:prstGeom prst="rect">
            <a:avLst/>
          </a:prstGeom>
        </p:spPr>
        <p:txBody>
          <a:bodyPr anchorCtr="0" anchor="t" bIns="0" lIns="0" spcFirstLastPara="1" rIns="0" wrap="square" tIns="0">
            <a:noAutofit/>
          </a:bodyPr>
          <a:lstStyle>
            <a:lvl1pPr lvl="0" algn="r">
              <a:spcBef>
                <a:spcPts val="0"/>
              </a:spcBef>
              <a:spcAft>
                <a:spcPts val="0"/>
              </a:spcAft>
              <a:buNone/>
              <a:defRPr sz="700"/>
            </a:lvl1pPr>
            <a:lvl2pPr lvl="1"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23" name="Google Shape;23;p3"/>
          <p:cNvSpPr txBox="1"/>
          <p:nvPr>
            <p:ph idx="5" type="title"/>
          </p:nvPr>
        </p:nvSpPr>
        <p:spPr>
          <a:xfrm>
            <a:off x="3809850" y="1714600"/>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24" name="Google Shape;24;p3"/>
          <p:cNvSpPr txBox="1"/>
          <p:nvPr>
            <p:ph idx="6" type="title"/>
          </p:nvPr>
        </p:nvSpPr>
        <p:spPr>
          <a:xfrm>
            <a:off x="3809850" y="2159700"/>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25" name="Google Shape;25;p3"/>
          <p:cNvSpPr txBox="1"/>
          <p:nvPr>
            <p:ph idx="7" type="title"/>
          </p:nvPr>
        </p:nvSpPr>
        <p:spPr>
          <a:xfrm>
            <a:off x="3809850" y="2593988"/>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26" name="Google Shape;26;p3"/>
          <p:cNvSpPr txBox="1"/>
          <p:nvPr>
            <p:ph idx="8" type="title"/>
          </p:nvPr>
        </p:nvSpPr>
        <p:spPr>
          <a:xfrm>
            <a:off x="3809850" y="3036613"/>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27" name="Google Shape;27;p3"/>
          <p:cNvSpPr txBox="1"/>
          <p:nvPr>
            <p:ph idx="9" type="title"/>
          </p:nvPr>
        </p:nvSpPr>
        <p:spPr>
          <a:xfrm>
            <a:off x="3809850" y="3479238"/>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28" name="Google Shape;28;p3"/>
          <p:cNvSpPr txBox="1"/>
          <p:nvPr>
            <p:ph idx="13" type="title"/>
          </p:nvPr>
        </p:nvSpPr>
        <p:spPr>
          <a:xfrm>
            <a:off x="3154650" y="3049925"/>
            <a:ext cx="592800" cy="368100"/>
          </a:xfrm>
          <a:prstGeom prst="rect">
            <a:avLst/>
          </a:prstGeom>
        </p:spPr>
        <p:txBody>
          <a:bodyPr anchorCtr="0" anchor="ctr"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latin typeface="Figtree"/>
                <a:ea typeface="Figtree"/>
                <a:cs typeface="Figtree"/>
                <a:sym typeface="Figtree"/>
              </a:defRPr>
            </a:lvl2pPr>
            <a:lvl3pPr lvl="2">
              <a:spcBef>
                <a:spcPts val="0"/>
              </a:spcBef>
              <a:spcAft>
                <a:spcPts val="0"/>
              </a:spcAft>
              <a:buClr>
                <a:schemeClr val="dk1"/>
              </a:buClr>
              <a:buSzPts val="2400"/>
              <a:buFont typeface="Figtree"/>
              <a:buNone/>
              <a:defRPr sz="2400">
                <a:latin typeface="Figtree"/>
                <a:ea typeface="Figtree"/>
                <a:cs typeface="Figtree"/>
                <a:sym typeface="Figtree"/>
              </a:defRPr>
            </a:lvl3pPr>
            <a:lvl4pPr lvl="3">
              <a:spcBef>
                <a:spcPts val="0"/>
              </a:spcBef>
              <a:spcAft>
                <a:spcPts val="0"/>
              </a:spcAft>
              <a:buClr>
                <a:schemeClr val="dk1"/>
              </a:buClr>
              <a:buSzPts val="2400"/>
              <a:buFont typeface="Figtree"/>
              <a:buNone/>
              <a:defRPr sz="2400">
                <a:latin typeface="Figtree"/>
                <a:ea typeface="Figtree"/>
                <a:cs typeface="Figtree"/>
                <a:sym typeface="Figtree"/>
              </a:defRPr>
            </a:lvl4pPr>
            <a:lvl5pPr lvl="4">
              <a:spcBef>
                <a:spcPts val="0"/>
              </a:spcBef>
              <a:spcAft>
                <a:spcPts val="0"/>
              </a:spcAft>
              <a:buClr>
                <a:schemeClr val="dk1"/>
              </a:buClr>
              <a:buSzPts val="2400"/>
              <a:buFont typeface="Figtree"/>
              <a:buNone/>
              <a:defRPr sz="2400">
                <a:latin typeface="Figtree"/>
                <a:ea typeface="Figtree"/>
                <a:cs typeface="Figtree"/>
                <a:sym typeface="Figtree"/>
              </a:defRPr>
            </a:lvl5pPr>
            <a:lvl6pPr lvl="5">
              <a:spcBef>
                <a:spcPts val="0"/>
              </a:spcBef>
              <a:spcAft>
                <a:spcPts val="0"/>
              </a:spcAft>
              <a:buClr>
                <a:schemeClr val="dk1"/>
              </a:buClr>
              <a:buSzPts val="2400"/>
              <a:buFont typeface="Figtree"/>
              <a:buNone/>
              <a:defRPr sz="2400">
                <a:latin typeface="Figtree"/>
                <a:ea typeface="Figtree"/>
                <a:cs typeface="Figtree"/>
                <a:sym typeface="Figtree"/>
              </a:defRPr>
            </a:lvl6pPr>
            <a:lvl7pPr lvl="6">
              <a:spcBef>
                <a:spcPts val="0"/>
              </a:spcBef>
              <a:spcAft>
                <a:spcPts val="0"/>
              </a:spcAft>
              <a:buClr>
                <a:schemeClr val="dk1"/>
              </a:buClr>
              <a:buSzPts val="2400"/>
              <a:buFont typeface="Figtree"/>
              <a:buNone/>
              <a:defRPr sz="2400">
                <a:latin typeface="Figtree"/>
                <a:ea typeface="Figtree"/>
                <a:cs typeface="Figtree"/>
                <a:sym typeface="Figtree"/>
              </a:defRPr>
            </a:lvl7pPr>
            <a:lvl8pPr lvl="7">
              <a:spcBef>
                <a:spcPts val="0"/>
              </a:spcBef>
              <a:spcAft>
                <a:spcPts val="0"/>
              </a:spcAft>
              <a:buClr>
                <a:schemeClr val="dk1"/>
              </a:buClr>
              <a:buSzPts val="2400"/>
              <a:buFont typeface="Figtree"/>
              <a:buNone/>
              <a:defRPr sz="2400">
                <a:latin typeface="Figtree"/>
                <a:ea typeface="Figtree"/>
                <a:cs typeface="Figtree"/>
                <a:sym typeface="Figtree"/>
              </a:defRPr>
            </a:lvl8pPr>
            <a:lvl9pPr lvl="8">
              <a:spcBef>
                <a:spcPts val="0"/>
              </a:spcBef>
              <a:spcAft>
                <a:spcPts val="0"/>
              </a:spcAft>
              <a:buClr>
                <a:schemeClr val="dk1"/>
              </a:buClr>
              <a:buSzPts val="2400"/>
              <a:buFont typeface="Figtree"/>
              <a:buNone/>
              <a:defRPr sz="2400">
                <a:latin typeface="Figtree"/>
                <a:ea typeface="Figtree"/>
                <a:cs typeface="Figtree"/>
                <a:sym typeface="Figtree"/>
              </a:defRPr>
            </a:lvl9pPr>
          </a:lstStyle>
          <a:p/>
        </p:txBody>
      </p:sp>
      <p:sp>
        <p:nvSpPr>
          <p:cNvPr id="29" name="Google Shape;29;p3"/>
          <p:cNvSpPr txBox="1"/>
          <p:nvPr>
            <p:ph idx="14" type="title"/>
          </p:nvPr>
        </p:nvSpPr>
        <p:spPr>
          <a:xfrm>
            <a:off x="3154650" y="2604813"/>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30" name="Google Shape;30;p3"/>
          <p:cNvSpPr txBox="1"/>
          <p:nvPr>
            <p:ph idx="15" type="title"/>
          </p:nvPr>
        </p:nvSpPr>
        <p:spPr>
          <a:xfrm>
            <a:off x="3154650" y="2159700"/>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31" name="Google Shape;31;p3"/>
          <p:cNvSpPr txBox="1"/>
          <p:nvPr>
            <p:ph idx="16" type="title"/>
          </p:nvPr>
        </p:nvSpPr>
        <p:spPr>
          <a:xfrm>
            <a:off x="3154650" y="1714588"/>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32" name="Google Shape;32;p3"/>
          <p:cNvSpPr txBox="1"/>
          <p:nvPr>
            <p:ph idx="17" type="title"/>
          </p:nvPr>
        </p:nvSpPr>
        <p:spPr>
          <a:xfrm>
            <a:off x="3154650" y="1269488"/>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33" name="Google Shape;33;p3"/>
          <p:cNvSpPr txBox="1"/>
          <p:nvPr>
            <p:ph idx="18" type="title"/>
          </p:nvPr>
        </p:nvSpPr>
        <p:spPr>
          <a:xfrm>
            <a:off x="228600" y="457200"/>
            <a:ext cx="5762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team - Alt 1">
  <p:cSld name="CUSTOM_2">
    <p:spTree>
      <p:nvGrpSpPr>
        <p:cNvPr id="34" name="Shape 34"/>
        <p:cNvGrpSpPr/>
        <p:nvPr/>
      </p:nvGrpSpPr>
      <p:grpSpPr>
        <a:xfrm>
          <a:off x="0" y="0"/>
          <a:ext cx="0" cy="0"/>
          <a:chOff x="0" y="0"/>
          <a:chExt cx="0" cy="0"/>
        </a:xfrm>
      </p:grpSpPr>
      <p:sp>
        <p:nvSpPr>
          <p:cNvPr id="35" name="Google Shape;35;p4"/>
          <p:cNvSpPr/>
          <p:nvPr>
            <p:ph idx="2" type="pic"/>
          </p:nvPr>
        </p:nvSpPr>
        <p:spPr>
          <a:xfrm>
            <a:off x="0" y="-9000"/>
            <a:ext cx="3054300" cy="3252900"/>
          </a:xfrm>
          <a:prstGeom prst="rect">
            <a:avLst/>
          </a:prstGeom>
          <a:noFill/>
          <a:ln>
            <a:noFill/>
          </a:ln>
        </p:spPr>
      </p:sp>
      <p:sp>
        <p:nvSpPr>
          <p:cNvPr id="36" name="Google Shape;36;p4"/>
          <p:cNvSpPr/>
          <p:nvPr>
            <p:ph idx="3" type="pic"/>
          </p:nvPr>
        </p:nvSpPr>
        <p:spPr>
          <a:xfrm>
            <a:off x="3044117" y="-9000"/>
            <a:ext cx="3054300" cy="3252900"/>
          </a:xfrm>
          <a:prstGeom prst="rect">
            <a:avLst/>
          </a:prstGeom>
          <a:noFill/>
          <a:ln>
            <a:noFill/>
          </a:ln>
        </p:spPr>
      </p:sp>
      <p:sp>
        <p:nvSpPr>
          <p:cNvPr id="37" name="Google Shape;37;p4"/>
          <p:cNvSpPr/>
          <p:nvPr>
            <p:ph idx="4" type="pic"/>
          </p:nvPr>
        </p:nvSpPr>
        <p:spPr>
          <a:xfrm>
            <a:off x="6088233" y="-9000"/>
            <a:ext cx="3054300" cy="3252900"/>
          </a:xfrm>
          <a:prstGeom prst="rect">
            <a:avLst/>
          </a:prstGeom>
          <a:noFill/>
          <a:ln>
            <a:noFill/>
          </a:ln>
        </p:spPr>
      </p:sp>
      <p:sp>
        <p:nvSpPr>
          <p:cNvPr id="38" name="Google Shape;38;p4"/>
          <p:cNvSpPr txBox="1"/>
          <p:nvPr>
            <p:ph type="title"/>
          </p:nvPr>
        </p:nvSpPr>
        <p:spPr>
          <a:xfrm>
            <a:off x="228675" y="33378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39" name="Google Shape;39;p4"/>
          <p:cNvSpPr txBox="1"/>
          <p:nvPr>
            <p:ph idx="5" type="title"/>
          </p:nvPr>
        </p:nvSpPr>
        <p:spPr>
          <a:xfrm>
            <a:off x="228675" y="35511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0" name="Google Shape;40;p4"/>
          <p:cNvSpPr txBox="1"/>
          <p:nvPr>
            <p:ph idx="1" type="body"/>
          </p:nvPr>
        </p:nvSpPr>
        <p:spPr>
          <a:xfrm>
            <a:off x="228675" y="4256750"/>
            <a:ext cx="2660100" cy="426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41" name="Google Shape;41;p4"/>
          <p:cNvSpPr txBox="1"/>
          <p:nvPr>
            <p:ph idx="6" type="title"/>
          </p:nvPr>
        </p:nvSpPr>
        <p:spPr>
          <a:xfrm>
            <a:off x="3235367" y="33378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latin typeface="Figtree"/>
                <a:ea typeface="Figtree"/>
                <a:cs typeface="Figtree"/>
                <a:sym typeface="Figtree"/>
              </a:defRPr>
            </a:lvl2pPr>
            <a:lvl3pPr lvl="2">
              <a:spcBef>
                <a:spcPts val="0"/>
              </a:spcBef>
              <a:spcAft>
                <a:spcPts val="0"/>
              </a:spcAft>
              <a:buClr>
                <a:schemeClr val="dk1"/>
              </a:buClr>
              <a:buSzPts val="1200"/>
              <a:buFont typeface="Figtree"/>
              <a:buNone/>
              <a:defRPr sz="1200">
                <a:latin typeface="Figtree"/>
                <a:ea typeface="Figtree"/>
                <a:cs typeface="Figtree"/>
                <a:sym typeface="Figtree"/>
              </a:defRPr>
            </a:lvl3pPr>
            <a:lvl4pPr lvl="3">
              <a:spcBef>
                <a:spcPts val="0"/>
              </a:spcBef>
              <a:spcAft>
                <a:spcPts val="0"/>
              </a:spcAft>
              <a:buClr>
                <a:schemeClr val="dk1"/>
              </a:buClr>
              <a:buSzPts val="1200"/>
              <a:buFont typeface="Figtree"/>
              <a:buNone/>
              <a:defRPr sz="1200">
                <a:latin typeface="Figtree"/>
                <a:ea typeface="Figtree"/>
                <a:cs typeface="Figtree"/>
                <a:sym typeface="Figtree"/>
              </a:defRPr>
            </a:lvl4pPr>
            <a:lvl5pPr lvl="4">
              <a:spcBef>
                <a:spcPts val="0"/>
              </a:spcBef>
              <a:spcAft>
                <a:spcPts val="0"/>
              </a:spcAft>
              <a:buClr>
                <a:schemeClr val="dk1"/>
              </a:buClr>
              <a:buSzPts val="1200"/>
              <a:buFont typeface="Figtree"/>
              <a:buNone/>
              <a:defRPr sz="1200">
                <a:latin typeface="Figtree"/>
                <a:ea typeface="Figtree"/>
                <a:cs typeface="Figtree"/>
                <a:sym typeface="Figtree"/>
              </a:defRPr>
            </a:lvl5pPr>
            <a:lvl6pPr lvl="5">
              <a:spcBef>
                <a:spcPts val="0"/>
              </a:spcBef>
              <a:spcAft>
                <a:spcPts val="0"/>
              </a:spcAft>
              <a:buClr>
                <a:schemeClr val="dk1"/>
              </a:buClr>
              <a:buSzPts val="1200"/>
              <a:buFont typeface="Figtree"/>
              <a:buNone/>
              <a:defRPr sz="1200">
                <a:latin typeface="Figtree"/>
                <a:ea typeface="Figtree"/>
                <a:cs typeface="Figtree"/>
                <a:sym typeface="Figtree"/>
              </a:defRPr>
            </a:lvl6pPr>
            <a:lvl7pPr lvl="6">
              <a:spcBef>
                <a:spcPts val="0"/>
              </a:spcBef>
              <a:spcAft>
                <a:spcPts val="0"/>
              </a:spcAft>
              <a:buClr>
                <a:schemeClr val="dk1"/>
              </a:buClr>
              <a:buSzPts val="1200"/>
              <a:buFont typeface="Figtree"/>
              <a:buNone/>
              <a:defRPr sz="1200">
                <a:latin typeface="Figtree"/>
                <a:ea typeface="Figtree"/>
                <a:cs typeface="Figtree"/>
                <a:sym typeface="Figtree"/>
              </a:defRPr>
            </a:lvl7pPr>
            <a:lvl8pPr lvl="7">
              <a:spcBef>
                <a:spcPts val="0"/>
              </a:spcBef>
              <a:spcAft>
                <a:spcPts val="0"/>
              </a:spcAft>
              <a:buClr>
                <a:schemeClr val="dk1"/>
              </a:buClr>
              <a:buSzPts val="1200"/>
              <a:buFont typeface="Figtree"/>
              <a:buNone/>
              <a:defRPr sz="1200">
                <a:latin typeface="Figtree"/>
                <a:ea typeface="Figtree"/>
                <a:cs typeface="Figtree"/>
                <a:sym typeface="Figtree"/>
              </a:defRPr>
            </a:lvl8pPr>
            <a:lvl9pPr lvl="8">
              <a:spcBef>
                <a:spcPts val="0"/>
              </a:spcBef>
              <a:spcAft>
                <a:spcPts val="0"/>
              </a:spcAft>
              <a:buClr>
                <a:schemeClr val="dk1"/>
              </a:buClr>
              <a:buSzPts val="1200"/>
              <a:buFont typeface="Figtree"/>
              <a:buNone/>
              <a:defRPr sz="1200">
                <a:latin typeface="Figtree"/>
                <a:ea typeface="Figtree"/>
                <a:cs typeface="Figtree"/>
                <a:sym typeface="Figtree"/>
              </a:defRPr>
            </a:lvl9pPr>
          </a:lstStyle>
          <a:p/>
        </p:txBody>
      </p:sp>
      <p:sp>
        <p:nvSpPr>
          <p:cNvPr id="42" name="Google Shape;42;p4"/>
          <p:cNvSpPr txBox="1"/>
          <p:nvPr>
            <p:ph idx="7" type="title"/>
          </p:nvPr>
        </p:nvSpPr>
        <p:spPr>
          <a:xfrm>
            <a:off x="3235367" y="35511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3" name="Google Shape;43;p4"/>
          <p:cNvSpPr txBox="1"/>
          <p:nvPr>
            <p:ph idx="8" type="body"/>
          </p:nvPr>
        </p:nvSpPr>
        <p:spPr>
          <a:xfrm>
            <a:off x="3241214" y="4256750"/>
            <a:ext cx="2660100" cy="426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44" name="Google Shape;44;p4"/>
          <p:cNvSpPr txBox="1"/>
          <p:nvPr>
            <p:ph idx="9" type="title"/>
          </p:nvPr>
        </p:nvSpPr>
        <p:spPr>
          <a:xfrm>
            <a:off x="6279483" y="33378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5" name="Google Shape;45;p4"/>
          <p:cNvSpPr txBox="1"/>
          <p:nvPr>
            <p:ph idx="13" type="title"/>
          </p:nvPr>
        </p:nvSpPr>
        <p:spPr>
          <a:xfrm>
            <a:off x="6279483" y="35511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6" name="Google Shape;46;p4"/>
          <p:cNvSpPr txBox="1"/>
          <p:nvPr>
            <p:ph idx="14" type="body"/>
          </p:nvPr>
        </p:nvSpPr>
        <p:spPr>
          <a:xfrm>
            <a:off x="6285328" y="4256750"/>
            <a:ext cx="2660100" cy="426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team - Alt 2">
  <p:cSld name="CUSTOM_11">
    <p:spTree>
      <p:nvGrpSpPr>
        <p:cNvPr id="47" name="Shape 47"/>
        <p:cNvGrpSpPr/>
        <p:nvPr/>
      </p:nvGrpSpPr>
      <p:grpSpPr>
        <a:xfrm>
          <a:off x="0" y="0"/>
          <a:ext cx="0" cy="0"/>
          <a:chOff x="0" y="0"/>
          <a:chExt cx="0" cy="0"/>
        </a:xfrm>
      </p:grpSpPr>
      <p:sp>
        <p:nvSpPr>
          <p:cNvPr id="48" name="Google Shape;48;p5"/>
          <p:cNvSpPr/>
          <p:nvPr/>
        </p:nvSpPr>
        <p:spPr>
          <a:xfrm rot="-2700000">
            <a:off x="1338758" y="-3230594"/>
            <a:ext cx="6464087" cy="6464087"/>
          </a:xfrm>
          <a:prstGeom prst="rtTriangle">
            <a:avLst/>
          </a:prstGeom>
          <a:gradFill>
            <a:gsLst>
              <a:gs pos="0">
                <a:schemeClr val="accent5"/>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49" name="Google Shape;49;p5"/>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50" name="Google Shape;50;p5"/>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51" name="Google Shape;51;p5"/>
          <p:cNvSpPr txBox="1"/>
          <p:nvPr>
            <p:ph idx="3" type="title"/>
          </p:nvPr>
        </p:nvSpPr>
        <p:spPr>
          <a:xfrm>
            <a:off x="228600" y="457200"/>
            <a:ext cx="62823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52" name="Google Shape;52;p5"/>
          <p:cNvSpPr txBox="1"/>
          <p:nvPr>
            <p:ph idx="4" type="title"/>
          </p:nvPr>
        </p:nvSpPr>
        <p:spPr>
          <a:xfrm>
            <a:off x="339875"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53" name="Google Shape;53;p5"/>
          <p:cNvSpPr txBox="1"/>
          <p:nvPr>
            <p:ph idx="5" type="title"/>
          </p:nvPr>
        </p:nvSpPr>
        <p:spPr>
          <a:xfrm>
            <a:off x="339875"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54" name="Google Shape;54;p5"/>
          <p:cNvSpPr txBox="1"/>
          <p:nvPr>
            <p:ph idx="6" type="title"/>
          </p:nvPr>
        </p:nvSpPr>
        <p:spPr>
          <a:xfrm>
            <a:off x="1807977"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55" name="Google Shape;55;p5"/>
          <p:cNvSpPr txBox="1"/>
          <p:nvPr>
            <p:ph idx="7" type="title"/>
          </p:nvPr>
        </p:nvSpPr>
        <p:spPr>
          <a:xfrm>
            <a:off x="1807977"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SzPts val="1200"/>
              <a:buFont typeface="Jost"/>
              <a:buNone/>
              <a:defRPr sz="1200">
                <a:latin typeface="Jost"/>
                <a:ea typeface="Jost"/>
                <a:cs typeface="Jost"/>
                <a:sym typeface="Jost"/>
              </a:defRPr>
            </a:lvl2pPr>
            <a:lvl3pPr lvl="2">
              <a:spcBef>
                <a:spcPts val="0"/>
              </a:spcBef>
              <a:spcAft>
                <a:spcPts val="0"/>
              </a:spcAft>
              <a:buSzPts val="1200"/>
              <a:buFont typeface="Jost"/>
              <a:buNone/>
              <a:defRPr sz="1200">
                <a:latin typeface="Jost"/>
                <a:ea typeface="Jost"/>
                <a:cs typeface="Jost"/>
                <a:sym typeface="Jost"/>
              </a:defRPr>
            </a:lvl3pPr>
            <a:lvl4pPr lvl="3">
              <a:spcBef>
                <a:spcPts val="0"/>
              </a:spcBef>
              <a:spcAft>
                <a:spcPts val="0"/>
              </a:spcAft>
              <a:buSzPts val="1200"/>
              <a:buFont typeface="Jost"/>
              <a:buNone/>
              <a:defRPr sz="1200">
                <a:latin typeface="Jost"/>
                <a:ea typeface="Jost"/>
                <a:cs typeface="Jost"/>
                <a:sym typeface="Jost"/>
              </a:defRPr>
            </a:lvl4pPr>
            <a:lvl5pPr lvl="4">
              <a:spcBef>
                <a:spcPts val="0"/>
              </a:spcBef>
              <a:spcAft>
                <a:spcPts val="0"/>
              </a:spcAft>
              <a:buSzPts val="1200"/>
              <a:buFont typeface="Jost"/>
              <a:buNone/>
              <a:defRPr sz="1200">
                <a:latin typeface="Jost"/>
                <a:ea typeface="Jost"/>
                <a:cs typeface="Jost"/>
                <a:sym typeface="Jost"/>
              </a:defRPr>
            </a:lvl5pPr>
            <a:lvl6pPr lvl="5">
              <a:spcBef>
                <a:spcPts val="0"/>
              </a:spcBef>
              <a:spcAft>
                <a:spcPts val="0"/>
              </a:spcAft>
              <a:buSzPts val="1200"/>
              <a:buFont typeface="Jost"/>
              <a:buNone/>
              <a:defRPr sz="1200">
                <a:latin typeface="Jost"/>
                <a:ea typeface="Jost"/>
                <a:cs typeface="Jost"/>
                <a:sym typeface="Jost"/>
              </a:defRPr>
            </a:lvl6pPr>
            <a:lvl7pPr lvl="6">
              <a:spcBef>
                <a:spcPts val="0"/>
              </a:spcBef>
              <a:spcAft>
                <a:spcPts val="0"/>
              </a:spcAft>
              <a:buSzPts val="1200"/>
              <a:buFont typeface="Jost"/>
              <a:buNone/>
              <a:defRPr sz="1200">
                <a:latin typeface="Jost"/>
                <a:ea typeface="Jost"/>
                <a:cs typeface="Jost"/>
                <a:sym typeface="Jost"/>
              </a:defRPr>
            </a:lvl7pPr>
            <a:lvl8pPr lvl="7">
              <a:spcBef>
                <a:spcPts val="0"/>
              </a:spcBef>
              <a:spcAft>
                <a:spcPts val="0"/>
              </a:spcAft>
              <a:buSzPts val="1200"/>
              <a:buFont typeface="Jost"/>
              <a:buNone/>
              <a:defRPr sz="1200">
                <a:latin typeface="Jost"/>
                <a:ea typeface="Jost"/>
                <a:cs typeface="Jost"/>
                <a:sym typeface="Jost"/>
              </a:defRPr>
            </a:lvl8pPr>
            <a:lvl9pPr lvl="8">
              <a:spcBef>
                <a:spcPts val="0"/>
              </a:spcBef>
              <a:spcAft>
                <a:spcPts val="0"/>
              </a:spcAft>
              <a:buSzPts val="1200"/>
              <a:buFont typeface="Jost"/>
              <a:buNone/>
              <a:defRPr sz="1200">
                <a:latin typeface="Jost"/>
                <a:ea typeface="Jost"/>
                <a:cs typeface="Jost"/>
                <a:sym typeface="Jost"/>
              </a:defRPr>
            </a:lvl9pPr>
          </a:lstStyle>
          <a:p/>
        </p:txBody>
      </p:sp>
      <p:sp>
        <p:nvSpPr>
          <p:cNvPr id="56" name="Google Shape;56;p5"/>
          <p:cNvSpPr txBox="1"/>
          <p:nvPr>
            <p:ph idx="8" type="title"/>
          </p:nvPr>
        </p:nvSpPr>
        <p:spPr>
          <a:xfrm>
            <a:off x="3275545"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57" name="Google Shape;57;p5"/>
          <p:cNvSpPr txBox="1"/>
          <p:nvPr>
            <p:ph idx="9" type="title"/>
          </p:nvPr>
        </p:nvSpPr>
        <p:spPr>
          <a:xfrm>
            <a:off x="3275545"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58" name="Google Shape;58;p5"/>
          <p:cNvSpPr txBox="1"/>
          <p:nvPr>
            <p:ph idx="13" type="title"/>
          </p:nvPr>
        </p:nvSpPr>
        <p:spPr>
          <a:xfrm>
            <a:off x="4743373"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59" name="Google Shape;59;p5"/>
          <p:cNvSpPr txBox="1"/>
          <p:nvPr>
            <p:ph idx="14" type="title"/>
          </p:nvPr>
        </p:nvSpPr>
        <p:spPr>
          <a:xfrm>
            <a:off x="4743373"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60" name="Google Shape;60;p5"/>
          <p:cNvSpPr txBox="1"/>
          <p:nvPr>
            <p:ph idx="15" type="title"/>
          </p:nvPr>
        </p:nvSpPr>
        <p:spPr>
          <a:xfrm>
            <a:off x="6205996"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61" name="Google Shape;61;p5"/>
          <p:cNvSpPr txBox="1"/>
          <p:nvPr>
            <p:ph idx="16" type="title"/>
          </p:nvPr>
        </p:nvSpPr>
        <p:spPr>
          <a:xfrm>
            <a:off x="6205996"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62" name="Google Shape;62;p5"/>
          <p:cNvSpPr txBox="1"/>
          <p:nvPr>
            <p:ph idx="17" type="title"/>
          </p:nvPr>
        </p:nvSpPr>
        <p:spPr>
          <a:xfrm>
            <a:off x="7683660"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63" name="Google Shape;63;p5"/>
          <p:cNvSpPr txBox="1"/>
          <p:nvPr>
            <p:ph idx="18" type="title"/>
          </p:nvPr>
        </p:nvSpPr>
        <p:spPr>
          <a:xfrm>
            <a:off x="7683660"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64" name="Google Shape;64;p5"/>
          <p:cNvSpPr/>
          <p:nvPr>
            <p:ph idx="19" type="pic"/>
          </p:nvPr>
        </p:nvSpPr>
        <p:spPr>
          <a:xfrm>
            <a:off x="1726022" y="1991825"/>
            <a:ext cx="1288500" cy="1363800"/>
          </a:xfrm>
          <a:prstGeom prst="roundRect">
            <a:avLst>
              <a:gd fmla="val 6764" name="adj"/>
            </a:avLst>
          </a:prstGeom>
          <a:noFill/>
          <a:ln>
            <a:noFill/>
          </a:ln>
        </p:spPr>
      </p:sp>
      <p:sp>
        <p:nvSpPr>
          <p:cNvPr id="65" name="Google Shape;65;p5"/>
          <p:cNvSpPr/>
          <p:nvPr>
            <p:ph idx="20" type="pic"/>
          </p:nvPr>
        </p:nvSpPr>
        <p:spPr>
          <a:xfrm>
            <a:off x="3194345" y="1991825"/>
            <a:ext cx="1288500" cy="1363800"/>
          </a:xfrm>
          <a:prstGeom prst="roundRect">
            <a:avLst>
              <a:gd fmla="val 6764" name="adj"/>
            </a:avLst>
          </a:prstGeom>
          <a:noFill/>
          <a:ln>
            <a:noFill/>
          </a:ln>
        </p:spPr>
      </p:sp>
      <p:sp>
        <p:nvSpPr>
          <p:cNvPr id="66" name="Google Shape;66;p5"/>
          <p:cNvSpPr/>
          <p:nvPr>
            <p:ph idx="21" type="pic"/>
          </p:nvPr>
        </p:nvSpPr>
        <p:spPr>
          <a:xfrm>
            <a:off x="4662668" y="1991825"/>
            <a:ext cx="1288500" cy="1363800"/>
          </a:xfrm>
          <a:prstGeom prst="roundRect">
            <a:avLst>
              <a:gd fmla="val 6764" name="adj"/>
            </a:avLst>
          </a:prstGeom>
          <a:noFill/>
          <a:ln>
            <a:noFill/>
          </a:ln>
        </p:spPr>
      </p:sp>
      <p:sp>
        <p:nvSpPr>
          <p:cNvPr id="67" name="Google Shape;67;p5"/>
          <p:cNvSpPr/>
          <p:nvPr>
            <p:ph idx="22" type="pic"/>
          </p:nvPr>
        </p:nvSpPr>
        <p:spPr>
          <a:xfrm>
            <a:off x="6130990" y="1991825"/>
            <a:ext cx="1288500" cy="1363800"/>
          </a:xfrm>
          <a:prstGeom prst="roundRect">
            <a:avLst>
              <a:gd fmla="val 6764" name="adj"/>
            </a:avLst>
          </a:prstGeom>
          <a:noFill/>
          <a:ln>
            <a:noFill/>
          </a:ln>
        </p:spPr>
      </p:sp>
      <p:sp>
        <p:nvSpPr>
          <p:cNvPr id="68" name="Google Shape;68;p5"/>
          <p:cNvSpPr/>
          <p:nvPr>
            <p:ph idx="23" type="pic"/>
          </p:nvPr>
        </p:nvSpPr>
        <p:spPr>
          <a:xfrm>
            <a:off x="7599313" y="1991825"/>
            <a:ext cx="1288500" cy="1363800"/>
          </a:xfrm>
          <a:prstGeom prst="roundRect">
            <a:avLst>
              <a:gd fmla="val 6764" name="adj"/>
            </a:avLst>
          </a:prstGeom>
          <a:noFill/>
          <a:ln>
            <a:noFill/>
          </a:ln>
        </p:spPr>
      </p:sp>
      <p:sp>
        <p:nvSpPr>
          <p:cNvPr id="69" name="Google Shape;69;p5"/>
          <p:cNvSpPr/>
          <p:nvPr>
            <p:ph idx="24" type="pic"/>
          </p:nvPr>
        </p:nvSpPr>
        <p:spPr>
          <a:xfrm>
            <a:off x="257700" y="1991825"/>
            <a:ext cx="1288500" cy="1363800"/>
          </a:xfrm>
          <a:prstGeom prst="roundRect">
            <a:avLst>
              <a:gd fmla="val 6764" name="adj"/>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CUSTOM_8_1_1_1_1">
    <p:spTree>
      <p:nvGrpSpPr>
        <p:cNvPr id="70" name="Shape 70"/>
        <p:cNvGrpSpPr/>
        <p:nvPr/>
      </p:nvGrpSpPr>
      <p:grpSpPr>
        <a:xfrm>
          <a:off x="0" y="0"/>
          <a:ext cx="0" cy="0"/>
          <a:chOff x="0" y="0"/>
          <a:chExt cx="0" cy="0"/>
        </a:xfrm>
      </p:grpSpPr>
      <p:sp>
        <p:nvSpPr>
          <p:cNvPr id="71" name="Google Shape;71;p6"/>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72" name="Google Shape;72;p6"/>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73" name="Google Shape;73;p6"/>
          <p:cNvSpPr txBox="1"/>
          <p:nvPr>
            <p:ph idx="3" type="title"/>
          </p:nvPr>
        </p:nvSpPr>
        <p:spPr>
          <a:xfrm>
            <a:off x="228600" y="457200"/>
            <a:ext cx="42966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1">
  <p:cSld name="CUSTOM_8_1_1_1_1_1_1_1_1_1_1_1_1_1_1_1_1_1_1_1">
    <p:spTree>
      <p:nvGrpSpPr>
        <p:cNvPr id="74" name="Shape 74"/>
        <p:cNvGrpSpPr/>
        <p:nvPr/>
      </p:nvGrpSpPr>
      <p:grpSpPr>
        <a:xfrm>
          <a:off x="0" y="0"/>
          <a:ext cx="0" cy="0"/>
          <a:chOff x="0" y="0"/>
          <a:chExt cx="0" cy="0"/>
        </a:xfrm>
      </p:grpSpPr>
      <p:sp>
        <p:nvSpPr>
          <p:cNvPr id="75" name="Google Shape;75;p7"/>
          <p:cNvSpPr/>
          <p:nvPr/>
        </p:nvSpPr>
        <p:spPr>
          <a:xfrm>
            <a:off x="0" y="0"/>
            <a:ext cx="2406900" cy="240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76" name="Google Shape;76;p7"/>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77" name="Google Shape;77;p7"/>
          <p:cNvSpPr txBox="1"/>
          <p:nvPr>
            <p:ph idx="2" type="title"/>
          </p:nvPr>
        </p:nvSpPr>
        <p:spPr>
          <a:xfrm>
            <a:off x="228600" y="457200"/>
            <a:ext cx="34326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pic>
        <p:nvPicPr>
          <p:cNvPr descr="Free Images : landscape, nature, horizon, mountain, sky, night ..." id="78" name="Google Shape;78;p7"/>
          <p:cNvPicPr preferRelativeResize="0"/>
          <p:nvPr/>
        </p:nvPicPr>
        <p:blipFill rotWithShape="1">
          <a:blip r:embed="rId2">
            <a:alphaModFix/>
          </a:blip>
          <a:srcRect b="0" l="23232" r="29975" t="0"/>
          <a:stretch/>
        </p:blipFill>
        <p:spPr>
          <a:xfrm>
            <a:off x="7541887" y="0"/>
            <a:ext cx="1604076" cy="5143501"/>
          </a:xfrm>
          <a:prstGeom prst="rect">
            <a:avLst/>
          </a:prstGeom>
          <a:noFill/>
          <a:ln>
            <a:noFill/>
          </a:ln>
        </p:spPr>
      </p:pic>
      <p:sp>
        <p:nvSpPr>
          <p:cNvPr id="79" name="Google Shape;79;p7"/>
          <p:cNvSpPr txBox="1"/>
          <p:nvPr>
            <p:ph idx="1" type="subTitle"/>
          </p:nvPr>
        </p:nvSpPr>
        <p:spPr>
          <a:xfrm>
            <a:off x="228950" y="1419750"/>
            <a:ext cx="5154900" cy="2288100"/>
          </a:xfrm>
          <a:prstGeom prst="rect">
            <a:avLst/>
          </a:prstGeom>
        </p:spPr>
        <p:txBody>
          <a:bodyPr anchorCtr="0" anchor="t" bIns="0" lIns="0" spcFirstLastPara="1" rIns="0" wrap="square" tIns="0">
            <a:spAutoFit/>
          </a:bodyPr>
          <a:lstStyle>
            <a:lvl1pPr lvl="0">
              <a:spcBef>
                <a:spcPts val="0"/>
              </a:spcBef>
              <a:spcAft>
                <a:spcPts val="0"/>
              </a:spcAft>
              <a:buNone/>
              <a:defRPr sz="3600"/>
            </a:lvl1pPr>
            <a:lvl2pPr lvl="1">
              <a:spcBef>
                <a:spcPts val="0"/>
              </a:spcBef>
              <a:spcAft>
                <a:spcPts val="0"/>
              </a:spcAft>
              <a:buNone/>
              <a:defRPr sz="3600"/>
            </a:lvl2pPr>
            <a:lvl3pPr lvl="2">
              <a:spcBef>
                <a:spcPts val="0"/>
              </a:spcBef>
              <a:spcAft>
                <a:spcPts val="0"/>
              </a:spcAft>
              <a:buNone/>
              <a:defRPr sz="3600"/>
            </a:lvl3pPr>
            <a:lvl4pPr lvl="3">
              <a:spcBef>
                <a:spcPts val="0"/>
              </a:spcBef>
              <a:spcAft>
                <a:spcPts val="0"/>
              </a:spcAft>
              <a:buNone/>
              <a:defRPr sz="3600"/>
            </a:lvl4pPr>
            <a:lvl5pPr lvl="4">
              <a:spcBef>
                <a:spcPts val="0"/>
              </a:spcBef>
              <a:spcAft>
                <a:spcPts val="0"/>
              </a:spcAft>
              <a:buNone/>
              <a:defRPr sz="3600"/>
            </a:lvl5pPr>
            <a:lvl6pPr lvl="5">
              <a:spcBef>
                <a:spcPts val="0"/>
              </a:spcBef>
              <a:spcAft>
                <a:spcPts val="0"/>
              </a:spcAft>
              <a:buNone/>
              <a:defRPr sz="3600"/>
            </a:lvl6pPr>
            <a:lvl7pPr lvl="6">
              <a:spcBef>
                <a:spcPts val="0"/>
              </a:spcBef>
              <a:spcAft>
                <a:spcPts val="0"/>
              </a:spcAft>
              <a:buNone/>
              <a:defRPr sz="3600"/>
            </a:lvl7pPr>
            <a:lvl8pPr lvl="7">
              <a:spcBef>
                <a:spcPts val="0"/>
              </a:spcBef>
              <a:spcAft>
                <a:spcPts val="0"/>
              </a:spcAft>
              <a:buNone/>
              <a:defRPr sz="3600"/>
            </a:lvl8pPr>
            <a:lvl9pPr lvl="8">
              <a:spcBef>
                <a:spcPts val="0"/>
              </a:spcBef>
              <a:spcAft>
                <a:spcPts val="0"/>
              </a:spcAft>
              <a:buNone/>
              <a:defRPr sz="3600"/>
            </a:lvl9pPr>
          </a:lstStyle>
          <a:p/>
        </p:txBody>
      </p:sp>
      <p:sp>
        <p:nvSpPr>
          <p:cNvPr id="80" name="Google Shape;80;p7"/>
          <p:cNvSpPr/>
          <p:nvPr/>
        </p:nvSpPr>
        <p:spPr>
          <a:xfrm>
            <a:off x="6077650" y="0"/>
            <a:ext cx="1462200" cy="5143500"/>
          </a:xfrm>
          <a:prstGeom prst="rect">
            <a:avLst/>
          </a:prstGeom>
          <a:gradFill>
            <a:gsLst>
              <a:gs pos="0">
                <a:schemeClr val="accent5"/>
              </a:gs>
              <a:gs pos="100000">
                <a:schemeClr val="lt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Alt 1">
  <p:cSld name="CUSTOM_8_1_1_1_1_1_1_1_1_1_1_1_1_1_1_1_1_1_1_1_1">
    <p:spTree>
      <p:nvGrpSpPr>
        <p:cNvPr id="81" name="Shape 81"/>
        <p:cNvGrpSpPr/>
        <p:nvPr/>
      </p:nvGrpSpPr>
      <p:grpSpPr>
        <a:xfrm>
          <a:off x="0" y="0"/>
          <a:ext cx="0" cy="0"/>
          <a:chOff x="0" y="0"/>
          <a:chExt cx="0" cy="0"/>
        </a:xfrm>
      </p:grpSpPr>
      <p:sp>
        <p:nvSpPr>
          <p:cNvPr id="82" name="Google Shape;82;p8"/>
          <p:cNvSpPr/>
          <p:nvPr/>
        </p:nvSpPr>
        <p:spPr>
          <a:xfrm>
            <a:off x="0" y="0"/>
            <a:ext cx="3776100" cy="3776100"/>
          </a:xfrm>
          <a:prstGeom prst="rect">
            <a:avLst/>
          </a:prstGeom>
          <a:gradFill>
            <a:gsLst>
              <a:gs pos="0">
                <a:schemeClr val="accent6"/>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83" name="Google Shape;83;p8"/>
          <p:cNvSpPr/>
          <p:nvPr/>
        </p:nvSpPr>
        <p:spPr>
          <a:xfrm rot="10800000">
            <a:off x="3156575" y="250"/>
            <a:ext cx="59835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84" name="Google Shape;84;p8"/>
          <p:cNvSpPr txBox="1"/>
          <p:nvPr/>
        </p:nvSpPr>
        <p:spPr>
          <a:xfrm>
            <a:off x="4102943" y="1042306"/>
            <a:ext cx="558600" cy="36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200">
                <a:solidFill>
                  <a:schemeClr val="dk1"/>
                </a:solidFill>
                <a:latin typeface="Figtree"/>
                <a:ea typeface="Figtree"/>
                <a:cs typeface="Figtree"/>
                <a:sym typeface="Figtree"/>
              </a:rPr>
              <a:t>“</a:t>
            </a:r>
            <a:endParaRPr b="1" sz="7200">
              <a:solidFill>
                <a:schemeClr val="dk1"/>
              </a:solidFill>
              <a:latin typeface="Figtree"/>
              <a:ea typeface="Figtree"/>
              <a:cs typeface="Figtree"/>
              <a:sym typeface="Figtree"/>
            </a:endParaRPr>
          </a:p>
        </p:txBody>
      </p:sp>
      <p:sp>
        <p:nvSpPr>
          <p:cNvPr id="85" name="Google Shape;85;p8"/>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86" name="Google Shape;86;p8"/>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87" name="Google Shape;87;p8"/>
          <p:cNvSpPr txBox="1"/>
          <p:nvPr>
            <p:ph idx="3" type="title"/>
          </p:nvPr>
        </p:nvSpPr>
        <p:spPr>
          <a:xfrm>
            <a:off x="228600" y="457200"/>
            <a:ext cx="29259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88" name="Google Shape;88;p8"/>
          <p:cNvSpPr txBox="1"/>
          <p:nvPr>
            <p:ph idx="1" type="subTitle"/>
          </p:nvPr>
        </p:nvSpPr>
        <p:spPr>
          <a:xfrm>
            <a:off x="4102950" y="1631400"/>
            <a:ext cx="4089000" cy="2288100"/>
          </a:xfrm>
          <a:prstGeom prst="rect">
            <a:avLst/>
          </a:prstGeom>
        </p:spPr>
        <p:txBody>
          <a:bodyPr anchorCtr="0" anchor="t" bIns="0" lIns="0" spcFirstLastPara="1" rIns="0" wrap="square" tIns="0">
            <a:spAutoFit/>
          </a:bodyPr>
          <a:lstStyle>
            <a:lvl1pPr lvl="0">
              <a:spcBef>
                <a:spcPts val="0"/>
              </a:spcBef>
              <a:spcAft>
                <a:spcPts val="0"/>
              </a:spcAft>
              <a:buNone/>
              <a:defRPr sz="2400"/>
            </a:lvl1pPr>
            <a:lvl2pPr lvl="1">
              <a:spcBef>
                <a:spcPts val="0"/>
              </a:spcBef>
              <a:spcAft>
                <a:spcPts val="0"/>
              </a:spcAft>
              <a:buNone/>
              <a:defRPr sz="2400"/>
            </a:lvl2pPr>
            <a:lvl3pPr lvl="2">
              <a:spcBef>
                <a:spcPts val="0"/>
              </a:spcBef>
              <a:spcAft>
                <a:spcPts val="0"/>
              </a:spcAft>
              <a:buNone/>
              <a:defRPr sz="2400"/>
            </a:lvl3pPr>
            <a:lvl4pPr lvl="3">
              <a:spcBef>
                <a:spcPts val="0"/>
              </a:spcBef>
              <a:spcAft>
                <a:spcPts val="0"/>
              </a:spcAft>
              <a:buNone/>
              <a:defRPr sz="2400"/>
            </a:lvl4pPr>
            <a:lvl5pPr lvl="4">
              <a:spcBef>
                <a:spcPts val="0"/>
              </a:spcBef>
              <a:spcAft>
                <a:spcPts val="0"/>
              </a:spcAft>
              <a:buNone/>
              <a:defRPr sz="2400"/>
            </a:lvl5pPr>
            <a:lvl6pPr lvl="5">
              <a:spcBef>
                <a:spcPts val="0"/>
              </a:spcBef>
              <a:spcAft>
                <a:spcPts val="0"/>
              </a:spcAft>
              <a:buNone/>
              <a:defRPr sz="2400"/>
            </a:lvl6pPr>
            <a:lvl7pPr lvl="6">
              <a:spcBef>
                <a:spcPts val="0"/>
              </a:spcBef>
              <a:spcAft>
                <a:spcPts val="0"/>
              </a:spcAft>
              <a:buNone/>
              <a:defRPr sz="2400"/>
            </a:lvl7pPr>
            <a:lvl8pPr lvl="7">
              <a:spcBef>
                <a:spcPts val="0"/>
              </a:spcBef>
              <a:spcAft>
                <a:spcPts val="0"/>
              </a:spcAft>
              <a:buNone/>
              <a:defRPr sz="2400"/>
            </a:lvl8pPr>
            <a:lvl9pPr lvl="8">
              <a:spcBef>
                <a:spcPts val="0"/>
              </a:spcBef>
              <a:spcAft>
                <a:spcPts val="0"/>
              </a:spcAft>
              <a:buNone/>
              <a:defRPr sz="2400"/>
            </a:lvl9pPr>
          </a:lstStyle>
          <a:p/>
        </p:txBody>
      </p:sp>
      <p:sp>
        <p:nvSpPr>
          <p:cNvPr id="89" name="Google Shape;89;p8"/>
          <p:cNvSpPr txBox="1"/>
          <p:nvPr>
            <p:ph idx="4" type="subTitle"/>
          </p:nvPr>
        </p:nvSpPr>
        <p:spPr>
          <a:xfrm>
            <a:off x="228600" y="3967700"/>
            <a:ext cx="2336400" cy="172200"/>
          </a:xfrm>
          <a:prstGeom prst="rect">
            <a:avLst/>
          </a:prstGeom>
        </p:spPr>
        <p:txBody>
          <a:bodyPr anchorCtr="0" anchor="ctr"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90" name="Google Shape;90;p8"/>
          <p:cNvSpPr/>
          <p:nvPr>
            <p:ph idx="5" type="pic"/>
          </p:nvPr>
        </p:nvSpPr>
        <p:spPr>
          <a:xfrm>
            <a:off x="228800" y="1707600"/>
            <a:ext cx="1951200" cy="2068500"/>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Alt 2">
  <p:cSld name="CUSTOM_8_1_1_1_1_1_1_1_1_1_1_1_1_1_1_1_1_1_1_1_1_2">
    <p:spTree>
      <p:nvGrpSpPr>
        <p:cNvPr id="91" name="Shape 91"/>
        <p:cNvGrpSpPr/>
        <p:nvPr/>
      </p:nvGrpSpPr>
      <p:grpSpPr>
        <a:xfrm>
          <a:off x="0" y="0"/>
          <a:ext cx="0" cy="0"/>
          <a:chOff x="0" y="0"/>
          <a:chExt cx="0" cy="0"/>
        </a:xfrm>
      </p:grpSpPr>
      <p:sp>
        <p:nvSpPr>
          <p:cNvPr id="92" name="Google Shape;92;p9"/>
          <p:cNvSpPr/>
          <p:nvPr/>
        </p:nvSpPr>
        <p:spPr>
          <a:xfrm rot="-5400000">
            <a:off x="3054300" y="1196700"/>
            <a:ext cx="3946800" cy="39468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93" name="Google Shape;93;p9"/>
          <p:cNvSpPr/>
          <p:nvPr/>
        </p:nvSpPr>
        <p:spPr>
          <a:xfrm rot="5400000">
            <a:off x="6262500" y="0"/>
            <a:ext cx="2881500" cy="2881500"/>
          </a:xfrm>
          <a:prstGeom prst="rect">
            <a:avLst/>
          </a:prstGeom>
          <a:gradFill>
            <a:gsLst>
              <a:gs pos="0">
                <a:schemeClr val="accent5"/>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94" name="Google Shape;94;p9"/>
          <p:cNvSpPr/>
          <p:nvPr>
            <p:ph idx="2" type="pic"/>
          </p:nvPr>
        </p:nvSpPr>
        <p:spPr>
          <a:xfrm>
            <a:off x="0" y="-9000"/>
            <a:ext cx="3054300" cy="3252900"/>
          </a:xfrm>
          <a:prstGeom prst="rect">
            <a:avLst/>
          </a:prstGeom>
          <a:noFill/>
          <a:ln>
            <a:noFill/>
          </a:ln>
        </p:spPr>
      </p:sp>
      <p:sp>
        <p:nvSpPr>
          <p:cNvPr id="95" name="Google Shape;95;p9"/>
          <p:cNvSpPr txBox="1"/>
          <p:nvPr/>
        </p:nvSpPr>
        <p:spPr>
          <a:xfrm>
            <a:off x="3455693" y="228206"/>
            <a:ext cx="558600" cy="36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200">
                <a:solidFill>
                  <a:schemeClr val="dk1"/>
                </a:solidFill>
                <a:latin typeface="Figtree"/>
                <a:ea typeface="Figtree"/>
                <a:cs typeface="Figtree"/>
                <a:sym typeface="Figtree"/>
              </a:rPr>
              <a:t>“</a:t>
            </a:r>
            <a:endParaRPr b="1" sz="7200">
              <a:solidFill>
                <a:schemeClr val="dk1"/>
              </a:solidFill>
              <a:latin typeface="Figtree"/>
              <a:ea typeface="Figtree"/>
              <a:cs typeface="Figtree"/>
              <a:sym typeface="Figtree"/>
            </a:endParaRPr>
          </a:p>
        </p:txBody>
      </p:sp>
      <p:sp>
        <p:nvSpPr>
          <p:cNvPr id="96" name="Google Shape;96;p9"/>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97" name="Google Shape;97;p9"/>
          <p:cNvSpPr txBox="1"/>
          <p:nvPr>
            <p:ph idx="3"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98" name="Google Shape;98;p9"/>
          <p:cNvSpPr txBox="1"/>
          <p:nvPr>
            <p:ph idx="4" type="title"/>
          </p:nvPr>
        </p:nvSpPr>
        <p:spPr>
          <a:xfrm>
            <a:off x="228600" y="3429000"/>
            <a:ext cx="3432600" cy="2811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99" name="Google Shape;99;p9"/>
          <p:cNvSpPr txBox="1"/>
          <p:nvPr>
            <p:ph idx="1" type="subTitle"/>
          </p:nvPr>
        </p:nvSpPr>
        <p:spPr>
          <a:xfrm>
            <a:off x="3455700" y="817300"/>
            <a:ext cx="4959300" cy="2288100"/>
          </a:xfrm>
          <a:prstGeom prst="rect">
            <a:avLst/>
          </a:prstGeom>
        </p:spPr>
        <p:txBody>
          <a:bodyPr anchorCtr="0" anchor="t" bIns="0" lIns="0" spcFirstLastPara="1" rIns="0" wrap="square" tIns="0">
            <a:spAutoFit/>
          </a:bodyPr>
          <a:lstStyle>
            <a:lvl1pPr lvl="0">
              <a:spcBef>
                <a:spcPts val="0"/>
              </a:spcBef>
              <a:spcAft>
                <a:spcPts val="0"/>
              </a:spcAft>
              <a:buNone/>
              <a:defRPr sz="2400"/>
            </a:lvl1pPr>
            <a:lvl2pPr lvl="1">
              <a:spcBef>
                <a:spcPts val="0"/>
              </a:spcBef>
              <a:spcAft>
                <a:spcPts val="0"/>
              </a:spcAft>
              <a:buNone/>
              <a:defRPr sz="2400"/>
            </a:lvl2pPr>
            <a:lvl3pPr lvl="2">
              <a:spcBef>
                <a:spcPts val="0"/>
              </a:spcBef>
              <a:spcAft>
                <a:spcPts val="0"/>
              </a:spcAft>
              <a:buNone/>
              <a:defRPr sz="2400"/>
            </a:lvl3pPr>
            <a:lvl4pPr lvl="3">
              <a:spcBef>
                <a:spcPts val="0"/>
              </a:spcBef>
              <a:spcAft>
                <a:spcPts val="0"/>
              </a:spcAft>
              <a:buNone/>
              <a:defRPr sz="2400"/>
            </a:lvl4pPr>
            <a:lvl5pPr lvl="4">
              <a:spcBef>
                <a:spcPts val="0"/>
              </a:spcBef>
              <a:spcAft>
                <a:spcPts val="0"/>
              </a:spcAft>
              <a:buNone/>
              <a:defRPr sz="2400"/>
            </a:lvl5pPr>
            <a:lvl6pPr lvl="5">
              <a:spcBef>
                <a:spcPts val="0"/>
              </a:spcBef>
              <a:spcAft>
                <a:spcPts val="0"/>
              </a:spcAft>
              <a:buNone/>
              <a:defRPr sz="2400"/>
            </a:lvl6pPr>
            <a:lvl7pPr lvl="6">
              <a:spcBef>
                <a:spcPts val="0"/>
              </a:spcBef>
              <a:spcAft>
                <a:spcPts val="0"/>
              </a:spcAft>
              <a:buNone/>
              <a:defRPr sz="2400"/>
            </a:lvl7pPr>
            <a:lvl8pPr lvl="7">
              <a:spcBef>
                <a:spcPts val="0"/>
              </a:spcBef>
              <a:spcAft>
                <a:spcPts val="0"/>
              </a:spcAft>
              <a:buNone/>
              <a:defRPr sz="2400"/>
            </a:lvl8pPr>
            <a:lvl9pPr lvl="8">
              <a:spcBef>
                <a:spcPts val="0"/>
              </a:spcBef>
              <a:spcAft>
                <a:spcPts val="0"/>
              </a:spcAft>
              <a:buNone/>
              <a:defRPr sz="2400"/>
            </a:lvl9pPr>
          </a:lstStyle>
          <a:p/>
        </p:txBody>
      </p:sp>
      <p:sp>
        <p:nvSpPr>
          <p:cNvPr id="100" name="Google Shape;100;p9"/>
          <p:cNvSpPr txBox="1"/>
          <p:nvPr>
            <p:ph idx="5" type="subTitle"/>
          </p:nvPr>
        </p:nvSpPr>
        <p:spPr>
          <a:xfrm>
            <a:off x="228600" y="3739100"/>
            <a:ext cx="2336400" cy="172200"/>
          </a:xfrm>
          <a:prstGeom prst="rect">
            <a:avLst/>
          </a:prstGeom>
        </p:spPr>
        <p:txBody>
          <a:bodyPr anchorCtr="0" anchor="ctr"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Alt 3">
  <p:cSld name="CUSTOM_8_1_1_1_1_1_1_1_1_1_1_1_1_1_1_1_1_1_1_1_1_1">
    <p:spTree>
      <p:nvGrpSpPr>
        <p:cNvPr id="101" name="Shape 101"/>
        <p:cNvGrpSpPr/>
        <p:nvPr/>
      </p:nvGrpSpPr>
      <p:grpSpPr>
        <a:xfrm>
          <a:off x="0" y="0"/>
          <a:ext cx="0" cy="0"/>
          <a:chOff x="0" y="0"/>
          <a:chExt cx="0" cy="0"/>
        </a:xfrm>
      </p:grpSpPr>
      <p:sp>
        <p:nvSpPr>
          <p:cNvPr id="102" name="Google Shape;102;p10"/>
          <p:cNvSpPr/>
          <p:nvPr/>
        </p:nvSpPr>
        <p:spPr>
          <a:xfrm>
            <a:off x="0" y="0"/>
            <a:ext cx="3776100" cy="3776100"/>
          </a:xfrm>
          <a:prstGeom prst="rect">
            <a:avLst/>
          </a:prstGeom>
          <a:gradFill>
            <a:gsLst>
              <a:gs pos="0">
                <a:schemeClr val="accent6"/>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03" name="Google Shape;103;p10"/>
          <p:cNvSpPr/>
          <p:nvPr/>
        </p:nvSpPr>
        <p:spPr>
          <a:xfrm rot="10800000">
            <a:off x="4619975" y="250"/>
            <a:ext cx="45201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04" name="Google Shape;104;p10"/>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05" name="Google Shape;105;p10"/>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06" name="Google Shape;106;p10"/>
          <p:cNvSpPr txBox="1"/>
          <p:nvPr>
            <p:ph idx="3" type="title"/>
          </p:nvPr>
        </p:nvSpPr>
        <p:spPr>
          <a:xfrm>
            <a:off x="228600" y="457200"/>
            <a:ext cx="34326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07" name="Google Shape;107;p10"/>
          <p:cNvSpPr txBox="1"/>
          <p:nvPr>
            <p:ph idx="1" type="subTitle"/>
          </p:nvPr>
        </p:nvSpPr>
        <p:spPr>
          <a:xfrm>
            <a:off x="230075" y="882000"/>
            <a:ext cx="3716700" cy="1122000"/>
          </a:xfrm>
          <a:prstGeom prst="rect">
            <a:avLst/>
          </a:prstGeom>
        </p:spPr>
        <p:txBody>
          <a:bodyPr anchorCtr="0" anchor="t" bIns="0" lIns="0" spcFirstLastPara="1" rIns="0" wrap="square" tIns="0">
            <a:sp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08" name="Google Shape;108;p10"/>
          <p:cNvSpPr txBox="1"/>
          <p:nvPr>
            <p:ph idx="4" type="body"/>
          </p:nvPr>
        </p:nvSpPr>
        <p:spPr>
          <a:xfrm>
            <a:off x="230075" y="3492500"/>
            <a:ext cx="3462600" cy="7140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09" name="Google Shape;109;p10"/>
          <p:cNvSpPr/>
          <p:nvPr>
            <p:ph idx="5" type="pic"/>
          </p:nvPr>
        </p:nvSpPr>
        <p:spPr>
          <a:xfrm>
            <a:off x="5520400" y="921875"/>
            <a:ext cx="2724900" cy="3293100"/>
          </a:xfrm>
          <a:prstGeom prst="rect">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2">
  <p:cSld name="CUSTOM_8_1_1_1_1_1_1_1_1_1_1_1_1_1_1_1_1_1_1_1_1_1_1">
    <p:spTree>
      <p:nvGrpSpPr>
        <p:cNvPr id="110" name="Shape 110"/>
        <p:cNvGrpSpPr/>
        <p:nvPr/>
      </p:nvGrpSpPr>
      <p:grpSpPr>
        <a:xfrm>
          <a:off x="0" y="0"/>
          <a:ext cx="0" cy="0"/>
          <a:chOff x="0" y="0"/>
          <a:chExt cx="0" cy="0"/>
        </a:xfrm>
      </p:grpSpPr>
      <p:sp>
        <p:nvSpPr>
          <p:cNvPr id="111" name="Google Shape;111;p11"/>
          <p:cNvSpPr/>
          <p:nvPr/>
        </p:nvSpPr>
        <p:spPr>
          <a:xfrm rot="8100000">
            <a:off x="1338758" y="1905656"/>
            <a:ext cx="6464087" cy="6464087"/>
          </a:xfrm>
          <a:prstGeom prst="rtTriangle">
            <a:avLst/>
          </a:prstGeom>
          <a:gradFill>
            <a:gsLst>
              <a:gs pos="0">
                <a:schemeClr val="lt2"/>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112" name="Google Shape;112;p11"/>
          <p:cNvSpPr/>
          <p:nvPr/>
        </p:nvSpPr>
        <p:spPr>
          <a:xfrm rot="-2700000">
            <a:off x="3109572" y="-1459928"/>
            <a:ext cx="2922755" cy="2922755"/>
          </a:xfrm>
          <a:prstGeom prst="rtTriangle">
            <a:avLst/>
          </a:prstGeom>
          <a:gradFill>
            <a:gsLst>
              <a:gs pos="0">
                <a:schemeClr val="accent5"/>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113" name="Google Shape;113;p11"/>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14" name="Google Shape;114;p11"/>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15" name="Google Shape;115;p11"/>
          <p:cNvSpPr txBox="1"/>
          <p:nvPr>
            <p:ph idx="1" type="subTitle"/>
          </p:nvPr>
        </p:nvSpPr>
        <p:spPr>
          <a:xfrm>
            <a:off x="230075" y="1548047"/>
            <a:ext cx="4653900" cy="303900"/>
          </a:xfrm>
          <a:prstGeom prst="rect">
            <a:avLst/>
          </a:prstGeom>
        </p:spPr>
        <p:txBody>
          <a:bodyPr anchorCtr="0" anchor="ctr" bIns="0" lIns="0" spcFirstLastPara="1" rIns="0" wrap="square" tIns="0">
            <a:noAutofit/>
          </a:bodyPr>
          <a:lstStyle>
            <a:lvl1pPr lvl="0">
              <a:spcBef>
                <a:spcPts val="0"/>
              </a:spcBef>
              <a:spcAft>
                <a:spcPts val="0"/>
              </a:spcAft>
              <a:buNone/>
              <a:defRPr>
                <a:latin typeface="Jost"/>
                <a:ea typeface="Jost"/>
                <a:cs typeface="Jost"/>
                <a:sym typeface="Jost"/>
              </a:defRPr>
            </a:lvl1pPr>
            <a:lvl2pPr lvl="1">
              <a:spcBef>
                <a:spcPts val="0"/>
              </a:spcBef>
              <a:spcAft>
                <a:spcPts val="0"/>
              </a:spcAft>
              <a:buNone/>
              <a:defRPr>
                <a:latin typeface="Jost"/>
                <a:ea typeface="Jost"/>
                <a:cs typeface="Jost"/>
                <a:sym typeface="Jost"/>
              </a:defRPr>
            </a:lvl2pPr>
            <a:lvl3pPr lvl="2">
              <a:spcBef>
                <a:spcPts val="0"/>
              </a:spcBef>
              <a:spcAft>
                <a:spcPts val="0"/>
              </a:spcAft>
              <a:buNone/>
              <a:defRPr>
                <a:latin typeface="Jost"/>
                <a:ea typeface="Jost"/>
                <a:cs typeface="Jost"/>
                <a:sym typeface="Jost"/>
              </a:defRPr>
            </a:lvl3pPr>
            <a:lvl4pPr lvl="3">
              <a:spcBef>
                <a:spcPts val="0"/>
              </a:spcBef>
              <a:spcAft>
                <a:spcPts val="0"/>
              </a:spcAft>
              <a:buNone/>
              <a:defRPr>
                <a:latin typeface="Jost"/>
                <a:ea typeface="Jost"/>
                <a:cs typeface="Jost"/>
                <a:sym typeface="Jost"/>
              </a:defRPr>
            </a:lvl4pPr>
            <a:lvl5pPr lvl="4">
              <a:spcBef>
                <a:spcPts val="0"/>
              </a:spcBef>
              <a:spcAft>
                <a:spcPts val="0"/>
              </a:spcAft>
              <a:buNone/>
              <a:defRPr>
                <a:latin typeface="Jost"/>
                <a:ea typeface="Jost"/>
                <a:cs typeface="Jost"/>
                <a:sym typeface="Jost"/>
              </a:defRPr>
            </a:lvl5pPr>
            <a:lvl6pPr lvl="5">
              <a:spcBef>
                <a:spcPts val="0"/>
              </a:spcBef>
              <a:spcAft>
                <a:spcPts val="0"/>
              </a:spcAft>
              <a:buNone/>
              <a:defRPr>
                <a:latin typeface="Jost"/>
                <a:ea typeface="Jost"/>
                <a:cs typeface="Jost"/>
                <a:sym typeface="Jost"/>
              </a:defRPr>
            </a:lvl6pPr>
            <a:lvl7pPr lvl="6">
              <a:spcBef>
                <a:spcPts val="0"/>
              </a:spcBef>
              <a:spcAft>
                <a:spcPts val="0"/>
              </a:spcAft>
              <a:buNone/>
              <a:defRPr>
                <a:latin typeface="Jost"/>
                <a:ea typeface="Jost"/>
                <a:cs typeface="Jost"/>
                <a:sym typeface="Jost"/>
              </a:defRPr>
            </a:lvl7pPr>
            <a:lvl8pPr lvl="7">
              <a:spcBef>
                <a:spcPts val="0"/>
              </a:spcBef>
              <a:spcAft>
                <a:spcPts val="0"/>
              </a:spcAft>
              <a:buNone/>
              <a:defRPr>
                <a:latin typeface="Jost"/>
                <a:ea typeface="Jost"/>
                <a:cs typeface="Jost"/>
                <a:sym typeface="Jost"/>
              </a:defRPr>
            </a:lvl8pPr>
            <a:lvl9pPr lvl="8">
              <a:spcBef>
                <a:spcPts val="0"/>
              </a:spcBef>
              <a:spcAft>
                <a:spcPts val="0"/>
              </a:spcAft>
              <a:buNone/>
              <a:defRPr>
                <a:latin typeface="Jost"/>
                <a:ea typeface="Jost"/>
                <a:cs typeface="Jost"/>
                <a:sym typeface="Jost"/>
              </a:defRPr>
            </a:lvl9pPr>
          </a:lstStyle>
          <a:p/>
        </p:txBody>
      </p:sp>
      <p:sp>
        <p:nvSpPr>
          <p:cNvPr id="116" name="Google Shape;116;p11"/>
          <p:cNvSpPr txBox="1"/>
          <p:nvPr>
            <p:ph idx="3" type="title"/>
          </p:nvPr>
        </p:nvSpPr>
        <p:spPr>
          <a:xfrm>
            <a:off x="228600" y="1960022"/>
            <a:ext cx="7224600" cy="12651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4500"/>
            </a:lvl1pPr>
            <a:lvl2pPr lvl="1">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2pPr>
            <a:lvl3pPr lvl="2">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3pPr>
            <a:lvl4pPr lvl="3">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4pPr>
            <a:lvl5pPr lvl="4">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5pPr>
            <a:lvl6pPr lvl="5">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6pPr>
            <a:lvl7pPr lvl="6">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7pPr>
            <a:lvl8pPr lvl="7">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8pPr>
            <a:lvl9pPr lvl="8">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p:cSld name="CUSTOM_8_1_1_1_1_1_1_1_1_1_1_1_1_1_1_1_1_1_1_1_1_1_1_1">
    <p:spTree>
      <p:nvGrpSpPr>
        <p:cNvPr id="117" name="Shape 117"/>
        <p:cNvGrpSpPr/>
        <p:nvPr/>
      </p:nvGrpSpPr>
      <p:grpSpPr>
        <a:xfrm>
          <a:off x="0" y="0"/>
          <a:ext cx="0" cy="0"/>
          <a:chOff x="0" y="0"/>
          <a:chExt cx="0" cy="0"/>
        </a:xfrm>
      </p:grpSpPr>
      <p:sp>
        <p:nvSpPr>
          <p:cNvPr id="118" name="Google Shape;118;p12"/>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19" name="Google Shape;119;p12"/>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20" name="Google Shape;120;p12"/>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21" name="Google Shape;121;p12"/>
          <p:cNvSpPr txBox="1"/>
          <p:nvPr>
            <p:ph idx="1" type="subTitle"/>
          </p:nvPr>
        </p:nvSpPr>
        <p:spPr>
          <a:xfrm>
            <a:off x="1638400"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22" name="Google Shape;122;p12"/>
          <p:cNvSpPr txBox="1"/>
          <p:nvPr>
            <p:ph idx="4" type="subTitle"/>
          </p:nvPr>
        </p:nvSpPr>
        <p:spPr>
          <a:xfrm>
            <a:off x="3099713"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23" name="Google Shape;123;p12"/>
          <p:cNvSpPr txBox="1"/>
          <p:nvPr>
            <p:ph idx="5" type="subTitle"/>
          </p:nvPr>
        </p:nvSpPr>
        <p:spPr>
          <a:xfrm>
            <a:off x="4563613"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24" name="Google Shape;124;p12"/>
          <p:cNvSpPr txBox="1"/>
          <p:nvPr>
            <p:ph idx="6" type="subTitle"/>
          </p:nvPr>
        </p:nvSpPr>
        <p:spPr>
          <a:xfrm>
            <a:off x="6024925"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25" name="Google Shape;125;p12"/>
          <p:cNvSpPr txBox="1"/>
          <p:nvPr>
            <p:ph idx="7" type="subTitle"/>
          </p:nvPr>
        </p:nvSpPr>
        <p:spPr>
          <a:xfrm>
            <a:off x="7521175" y="1547546"/>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26" name="Google Shape;126;p12"/>
          <p:cNvSpPr txBox="1"/>
          <p:nvPr>
            <p:ph idx="8" type="subTitle"/>
          </p:nvPr>
        </p:nvSpPr>
        <p:spPr>
          <a:xfrm>
            <a:off x="381000" y="2131483"/>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27" name="Google Shape;127;p12"/>
          <p:cNvSpPr txBox="1"/>
          <p:nvPr>
            <p:ph idx="9" type="subTitle"/>
          </p:nvPr>
        </p:nvSpPr>
        <p:spPr>
          <a:xfrm>
            <a:off x="381000" y="2687933"/>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28" name="Google Shape;128;p12"/>
          <p:cNvSpPr txBox="1"/>
          <p:nvPr>
            <p:ph idx="13" type="subTitle"/>
          </p:nvPr>
        </p:nvSpPr>
        <p:spPr>
          <a:xfrm>
            <a:off x="381000" y="3238608"/>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29" name="Google Shape;129;p12"/>
          <p:cNvSpPr txBox="1"/>
          <p:nvPr>
            <p:ph idx="14" type="subTitle"/>
          </p:nvPr>
        </p:nvSpPr>
        <p:spPr>
          <a:xfrm>
            <a:off x="381000" y="3795058"/>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30" name="Google Shape;130;p12"/>
          <p:cNvSpPr txBox="1"/>
          <p:nvPr>
            <p:ph idx="15" type="subTitle"/>
          </p:nvPr>
        </p:nvSpPr>
        <p:spPr>
          <a:xfrm>
            <a:off x="381000" y="4351508"/>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 Alt 1">
  <p:cSld name="CUSTOM_8_1_1_1_1_1_1_1_1_1_1_1_1_1_1_1_1_1_1_1_1_1_1_1_2">
    <p:spTree>
      <p:nvGrpSpPr>
        <p:cNvPr id="131" name="Shape 131"/>
        <p:cNvGrpSpPr/>
        <p:nvPr/>
      </p:nvGrpSpPr>
      <p:grpSpPr>
        <a:xfrm>
          <a:off x="0" y="0"/>
          <a:ext cx="0" cy="0"/>
          <a:chOff x="0" y="0"/>
          <a:chExt cx="0" cy="0"/>
        </a:xfrm>
      </p:grpSpPr>
      <p:sp>
        <p:nvSpPr>
          <p:cNvPr id="132" name="Google Shape;132;p13"/>
          <p:cNvSpPr/>
          <p:nvPr/>
        </p:nvSpPr>
        <p:spPr>
          <a:xfrm flipH="1">
            <a:off x="6286500" y="0"/>
            <a:ext cx="2857500" cy="28575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33" name="Google Shape;133;p13"/>
          <p:cNvSpPr/>
          <p:nvPr/>
        </p:nvSpPr>
        <p:spPr>
          <a:xfrm rot="10800000">
            <a:off x="0" y="250"/>
            <a:ext cx="45201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34" name="Google Shape;134;p13"/>
          <p:cNvSpPr txBox="1"/>
          <p:nvPr>
            <p:ph idx="1" type="body"/>
          </p:nvPr>
        </p:nvSpPr>
        <p:spPr>
          <a:xfrm>
            <a:off x="4903325" y="1072775"/>
            <a:ext cx="36816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35" name="Google Shape;135;p13"/>
          <p:cNvSpPr txBox="1"/>
          <p:nvPr>
            <p:ph idx="2" type="body"/>
          </p:nvPr>
        </p:nvSpPr>
        <p:spPr>
          <a:xfrm>
            <a:off x="4903325" y="2018675"/>
            <a:ext cx="36816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36" name="Google Shape;136;p13"/>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37" name="Google Shape;137;p13"/>
          <p:cNvSpPr txBox="1"/>
          <p:nvPr>
            <p:ph idx="3"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38" name="Google Shape;138;p13"/>
          <p:cNvSpPr/>
          <p:nvPr>
            <p:ph idx="4" type="pic"/>
          </p:nvPr>
        </p:nvSpPr>
        <p:spPr>
          <a:xfrm>
            <a:off x="230075" y="457200"/>
            <a:ext cx="3681600" cy="2309700"/>
          </a:xfrm>
          <a:prstGeom prst="rect">
            <a:avLst/>
          </a:prstGeom>
          <a:noFill/>
          <a:ln>
            <a:noFill/>
          </a:ln>
        </p:spPr>
      </p:sp>
      <p:sp>
        <p:nvSpPr>
          <p:cNvPr id="139" name="Google Shape;139;p13"/>
          <p:cNvSpPr txBox="1"/>
          <p:nvPr>
            <p:ph idx="5" type="title"/>
          </p:nvPr>
        </p:nvSpPr>
        <p:spPr>
          <a:xfrm>
            <a:off x="230075" y="2993600"/>
            <a:ext cx="3681600" cy="34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40" name="Google Shape;140;p13"/>
          <p:cNvSpPr txBox="1"/>
          <p:nvPr>
            <p:ph idx="6" type="body"/>
          </p:nvPr>
        </p:nvSpPr>
        <p:spPr>
          <a:xfrm>
            <a:off x="230075" y="3515700"/>
            <a:ext cx="3681600" cy="9135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41" name="Google Shape;141;p13"/>
          <p:cNvSpPr txBox="1"/>
          <p:nvPr>
            <p:ph idx="7" type="body"/>
          </p:nvPr>
        </p:nvSpPr>
        <p:spPr>
          <a:xfrm>
            <a:off x="4903325" y="2964575"/>
            <a:ext cx="3681600" cy="445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42" name="Google Shape;142;p13"/>
          <p:cNvSpPr txBox="1"/>
          <p:nvPr>
            <p:ph idx="8" type="subTitle"/>
          </p:nvPr>
        </p:nvSpPr>
        <p:spPr>
          <a:xfrm>
            <a:off x="4903325" y="2653700"/>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143" name="Google Shape;143;p13"/>
          <p:cNvSpPr txBox="1"/>
          <p:nvPr>
            <p:ph idx="9" type="subTitle"/>
          </p:nvPr>
        </p:nvSpPr>
        <p:spPr>
          <a:xfrm>
            <a:off x="4903325" y="1707800"/>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144" name="Google Shape;144;p13"/>
          <p:cNvSpPr txBox="1"/>
          <p:nvPr>
            <p:ph idx="13" type="subTitle"/>
          </p:nvPr>
        </p:nvSpPr>
        <p:spPr>
          <a:xfrm>
            <a:off x="4903325" y="761900"/>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ards">
  <p:cSld name="CUSTOM_8_1_1_1_1_1_1_1_1_1_1_1_1_1_1_1_1_1_1_1_1_1_1_1_1">
    <p:spTree>
      <p:nvGrpSpPr>
        <p:cNvPr id="145" name="Shape 145"/>
        <p:cNvGrpSpPr/>
        <p:nvPr/>
      </p:nvGrpSpPr>
      <p:grpSpPr>
        <a:xfrm>
          <a:off x="0" y="0"/>
          <a:ext cx="0" cy="0"/>
          <a:chOff x="0" y="0"/>
          <a:chExt cx="0" cy="0"/>
        </a:xfrm>
      </p:grpSpPr>
      <p:sp>
        <p:nvSpPr>
          <p:cNvPr id="146" name="Google Shape;146;p14"/>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47" name="Google Shape;147;p14"/>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48" name="Google Shape;148;p14"/>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49" name="Google Shape;149;p14"/>
          <p:cNvSpPr txBox="1"/>
          <p:nvPr>
            <p:ph idx="1" type="body"/>
          </p:nvPr>
        </p:nvSpPr>
        <p:spPr>
          <a:xfrm>
            <a:off x="228600" y="882000"/>
            <a:ext cx="2514300" cy="6438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50" name="Google Shape;150;p14"/>
          <p:cNvSpPr txBox="1"/>
          <p:nvPr>
            <p:ph idx="4" type="subTitle"/>
          </p:nvPr>
        </p:nvSpPr>
        <p:spPr>
          <a:xfrm>
            <a:off x="343325" y="2026000"/>
            <a:ext cx="23622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151" name="Google Shape;151;p14"/>
          <p:cNvSpPr txBox="1"/>
          <p:nvPr>
            <p:ph idx="5" type="subTitle"/>
          </p:nvPr>
        </p:nvSpPr>
        <p:spPr>
          <a:xfrm>
            <a:off x="4733675" y="2026000"/>
            <a:ext cx="23622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p:cSld name="CUSTOM_8_1_1_1_1_1_1_1_1_1_1_1_1_1_1_1_1_1_1_1_1_1_1_1_1_1">
    <p:spTree>
      <p:nvGrpSpPr>
        <p:cNvPr id="152" name="Shape 152"/>
        <p:cNvGrpSpPr/>
        <p:nvPr/>
      </p:nvGrpSpPr>
      <p:grpSpPr>
        <a:xfrm>
          <a:off x="0" y="0"/>
          <a:ext cx="0" cy="0"/>
          <a:chOff x="0" y="0"/>
          <a:chExt cx="0" cy="0"/>
        </a:xfrm>
      </p:grpSpPr>
      <p:sp>
        <p:nvSpPr>
          <p:cNvPr id="153" name="Google Shape;153;p15"/>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54" name="Google Shape;154;p15"/>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55" name="Google Shape;155;p15"/>
          <p:cNvSpPr txBox="1"/>
          <p:nvPr>
            <p:ph idx="1" type="body"/>
          </p:nvPr>
        </p:nvSpPr>
        <p:spPr>
          <a:xfrm>
            <a:off x="4637600" y="432627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56" name="Google Shape;156;p15"/>
          <p:cNvSpPr txBox="1"/>
          <p:nvPr>
            <p:ph idx="3" type="subTitle"/>
          </p:nvPr>
        </p:nvSpPr>
        <p:spPr>
          <a:xfrm>
            <a:off x="1603898" y="4342896"/>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57" name="Google Shape;157;p15"/>
          <p:cNvSpPr txBox="1"/>
          <p:nvPr>
            <p:ph idx="4" type="subTitle"/>
          </p:nvPr>
        </p:nvSpPr>
        <p:spPr>
          <a:xfrm>
            <a:off x="330825" y="4189325"/>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158" name="Google Shape;158;p15"/>
          <p:cNvSpPr txBox="1"/>
          <p:nvPr>
            <p:ph idx="5" type="body"/>
          </p:nvPr>
        </p:nvSpPr>
        <p:spPr>
          <a:xfrm>
            <a:off x="4637600" y="332264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59" name="Google Shape;159;p15"/>
          <p:cNvSpPr txBox="1"/>
          <p:nvPr>
            <p:ph idx="6" type="subTitle"/>
          </p:nvPr>
        </p:nvSpPr>
        <p:spPr>
          <a:xfrm>
            <a:off x="1603898" y="3339267"/>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60" name="Google Shape;160;p15"/>
          <p:cNvSpPr txBox="1"/>
          <p:nvPr>
            <p:ph idx="7" type="subTitle"/>
          </p:nvPr>
        </p:nvSpPr>
        <p:spPr>
          <a:xfrm>
            <a:off x="330825" y="3185695"/>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161" name="Google Shape;161;p15"/>
          <p:cNvSpPr txBox="1"/>
          <p:nvPr>
            <p:ph idx="8" type="body"/>
          </p:nvPr>
        </p:nvSpPr>
        <p:spPr>
          <a:xfrm>
            <a:off x="4637600" y="234198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62" name="Google Shape;162;p15"/>
          <p:cNvSpPr txBox="1"/>
          <p:nvPr>
            <p:ph idx="9" type="subTitle"/>
          </p:nvPr>
        </p:nvSpPr>
        <p:spPr>
          <a:xfrm>
            <a:off x="1603898" y="2358608"/>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63" name="Google Shape;163;p15"/>
          <p:cNvSpPr txBox="1"/>
          <p:nvPr>
            <p:ph idx="13" type="subTitle"/>
          </p:nvPr>
        </p:nvSpPr>
        <p:spPr>
          <a:xfrm>
            <a:off x="330825" y="2205037"/>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164" name="Google Shape;164;p15"/>
          <p:cNvSpPr txBox="1"/>
          <p:nvPr>
            <p:ph idx="14" type="body"/>
          </p:nvPr>
        </p:nvSpPr>
        <p:spPr>
          <a:xfrm>
            <a:off x="4637600" y="136132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65" name="Google Shape;165;p15"/>
          <p:cNvSpPr txBox="1"/>
          <p:nvPr>
            <p:ph idx="15" type="subTitle"/>
          </p:nvPr>
        </p:nvSpPr>
        <p:spPr>
          <a:xfrm>
            <a:off x="1603898" y="1377949"/>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66" name="Google Shape;166;p15"/>
          <p:cNvSpPr txBox="1"/>
          <p:nvPr>
            <p:ph idx="16" type="subTitle"/>
          </p:nvPr>
        </p:nvSpPr>
        <p:spPr>
          <a:xfrm>
            <a:off x="330825" y="1224378"/>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167" name="Google Shape;167;p15"/>
          <p:cNvSpPr txBox="1"/>
          <p:nvPr>
            <p:ph idx="17"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ards">
  <p:cSld name="CUSTOM_8_1_1_1_1_1_1_1_1_1_1_1_1_1_1_1_1_1_1_1_1_1_1_1_1_1_1">
    <p:spTree>
      <p:nvGrpSpPr>
        <p:cNvPr id="168" name="Shape 168"/>
        <p:cNvGrpSpPr/>
        <p:nvPr/>
      </p:nvGrpSpPr>
      <p:grpSpPr>
        <a:xfrm>
          <a:off x="0" y="0"/>
          <a:ext cx="0" cy="0"/>
          <a:chOff x="0" y="0"/>
          <a:chExt cx="0" cy="0"/>
        </a:xfrm>
      </p:grpSpPr>
      <p:sp>
        <p:nvSpPr>
          <p:cNvPr id="169" name="Google Shape;169;p16"/>
          <p:cNvSpPr txBox="1"/>
          <p:nvPr>
            <p:ph idx="1" type="body"/>
          </p:nvPr>
        </p:nvSpPr>
        <p:spPr>
          <a:xfrm>
            <a:off x="3316788" y="1516150"/>
            <a:ext cx="2513100" cy="714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70" name="Google Shape;170;p16"/>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71" name="Google Shape;171;p16"/>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72" name="Google Shape;172;p16"/>
          <p:cNvSpPr txBox="1"/>
          <p:nvPr>
            <p:ph idx="3" type="subTitle"/>
          </p:nvPr>
        </p:nvSpPr>
        <p:spPr>
          <a:xfrm>
            <a:off x="355609" y="549950"/>
            <a:ext cx="24339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600"/>
            </a:lvl1pPr>
            <a:lvl2pPr lvl="1">
              <a:lnSpc>
                <a:spcPct val="95000"/>
              </a:lnSpc>
              <a:spcBef>
                <a:spcPts val="0"/>
              </a:spcBef>
              <a:spcAft>
                <a:spcPts val="0"/>
              </a:spcAft>
              <a:buNone/>
              <a:defRPr sz="1600"/>
            </a:lvl2pPr>
            <a:lvl3pPr lvl="2">
              <a:lnSpc>
                <a:spcPct val="95000"/>
              </a:lnSpc>
              <a:spcBef>
                <a:spcPts val="0"/>
              </a:spcBef>
              <a:spcAft>
                <a:spcPts val="0"/>
              </a:spcAft>
              <a:buNone/>
              <a:defRPr sz="1600"/>
            </a:lvl3pPr>
            <a:lvl4pPr lvl="3">
              <a:lnSpc>
                <a:spcPct val="95000"/>
              </a:lnSpc>
              <a:spcBef>
                <a:spcPts val="0"/>
              </a:spcBef>
              <a:spcAft>
                <a:spcPts val="0"/>
              </a:spcAft>
              <a:buNone/>
              <a:defRPr sz="1600"/>
            </a:lvl4pPr>
            <a:lvl5pPr lvl="4">
              <a:lnSpc>
                <a:spcPct val="95000"/>
              </a:lnSpc>
              <a:spcBef>
                <a:spcPts val="0"/>
              </a:spcBef>
              <a:spcAft>
                <a:spcPts val="0"/>
              </a:spcAft>
              <a:buNone/>
              <a:defRPr sz="1600"/>
            </a:lvl5pPr>
            <a:lvl6pPr lvl="5">
              <a:lnSpc>
                <a:spcPct val="95000"/>
              </a:lnSpc>
              <a:spcBef>
                <a:spcPts val="0"/>
              </a:spcBef>
              <a:spcAft>
                <a:spcPts val="0"/>
              </a:spcAft>
              <a:buNone/>
              <a:defRPr sz="1600"/>
            </a:lvl6pPr>
            <a:lvl7pPr lvl="6">
              <a:lnSpc>
                <a:spcPct val="95000"/>
              </a:lnSpc>
              <a:spcBef>
                <a:spcPts val="0"/>
              </a:spcBef>
              <a:spcAft>
                <a:spcPts val="0"/>
              </a:spcAft>
              <a:buNone/>
              <a:defRPr sz="1600"/>
            </a:lvl7pPr>
            <a:lvl8pPr lvl="7">
              <a:lnSpc>
                <a:spcPct val="95000"/>
              </a:lnSpc>
              <a:spcBef>
                <a:spcPts val="0"/>
              </a:spcBef>
              <a:spcAft>
                <a:spcPts val="0"/>
              </a:spcAft>
              <a:buNone/>
              <a:defRPr sz="1600"/>
            </a:lvl8pPr>
            <a:lvl9pPr lvl="8">
              <a:lnSpc>
                <a:spcPct val="95000"/>
              </a:lnSpc>
              <a:spcBef>
                <a:spcPts val="0"/>
              </a:spcBef>
              <a:spcAft>
                <a:spcPts val="0"/>
              </a:spcAft>
              <a:buNone/>
              <a:defRPr sz="1600"/>
            </a:lvl9pPr>
          </a:lstStyle>
          <a:p/>
        </p:txBody>
      </p:sp>
      <p:sp>
        <p:nvSpPr>
          <p:cNvPr id="173" name="Google Shape;173;p16"/>
          <p:cNvSpPr txBox="1"/>
          <p:nvPr>
            <p:ph idx="4" type="body"/>
          </p:nvPr>
        </p:nvSpPr>
        <p:spPr>
          <a:xfrm>
            <a:off x="387450" y="1516150"/>
            <a:ext cx="2513100" cy="714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74" name="Google Shape;174;p16"/>
          <p:cNvSpPr txBox="1"/>
          <p:nvPr>
            <p:ph idx="5" type="subTitle"/>
          </p:nvPr>
        </p:nvSpPr>
        <p:spPr>
          <a:xfrm>
            <a:off x="3284965" y="549950"/>
            <a:ext cx="24339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600"/>
            </a:lvl1pPr>
            <a:lvl2pPr lvl="1">
              <a:lnSpc>
                <a:spcPct val="95000"/>
              </a:lnSpc>
              <a:spcBef>
                <a:spcPts val="0"/>
              </a:spcBef>
              <a:spcAft>
                <a:spcPts val="0"/>
              </a:spcAft>
              <a:buNone/>
              <a:defRPr sz="1600"/>
            </a:lvl2pPr>
            <a:lvl3pPr lvl="2">
              <a:lnSpc>
                <a:spcPct val="95000"/>
              </a:lnSpc>
              <a:spcBef>
                <a:spcPts val="0"/>
              </a:spcBef>
              <a:spcAft>
                <a:spcPts val="0"/>
              </a:spcAft>
              <a:buNone/>
              <a:defRPr sz="1600"/>
            </a:lvl3pPr>
            <a:lvl4pPr lvl="3">
              <a:lnSpc>
                <a:spcPct val="95000"/>
              </a:lnSpc>
              <a:spcBef>
                <a:spcPts val="0"/>
              </a:spcBef>
              <a:spcAft>
                <a:spcPts val="0"/>
              </a:spcAft>
              <a:buNone/>
              <a:defRPr sz="1600"/>
            </a:lvl4pPr>
            <a:lvl5pPr lvl="4">
              <a:lnSpc>
                <a:spcPct val="95000"/>
              </a:lnSpc>
              <a:spcBef>
                <a:spcPts val="0"/>
              </a:spcBef>
              <a:spcAft>
                <a:spcPts val="0"/>
              </a:spcAft>
              <a:buNone/>
              <a:defRPr sz="1600"/>
            </a:lvl5pPr>
            <a:lvl6pPr lvl="5">
              <a:lnSpc>
                <a:spcPct val="95000"/>
              </a:lnSpc>
              <a:spcBef>
                <a:spcPts val="0"/>
              </a:spcBef>
              <a:spcAft>
                <a:spcPts val="0"/>
              </a:spcAft>
              <a:buNone/>
              <a:defRPr sz="1600"/>
            </a:lvl6pPr>
            <a:lvl7pPr lvl="6">
              <a:lnSpc>
                <a:spcPct val="95000"/>
              </a:lnSpc>
              <a:spcBef>
                <a:spcPts val="0"/>
              </a:spcBef>
              <a:spcAft>
                <a:spcPts val="0"/>
              </a:spcAft>
              <a:buNone/>
              <a:defRPr sz="1600"/>
            </a:lvl7pPr>
            <a:lvl8pPr lvl="7">
              <a:lnSpc>
                <a:spcPct val="95000"/>
              </a:lnSpc>
              <a:spcBef>
                <a:spcPts val="0"/>
              </a:spcBef>
              <a:spcAft>
                <a:spcPts val="0"/>
              </a:spcAft>
              <a:buNone/>
              <a:defRPr sz="1600"/>
            </a:lvl8pPr>
            <a:lvl9pPr lvl="8">
              <a:lnSpc>
                <a:spcPct val="95000"/>
              </a:lnSpc>
              <a:spcBef>
                <a:spcPts val="0"/>
              </a:spcBef>
              <a:spcAft>
                <a:spcPts val="0"/>
              </a:spcAft>
              <a:buNone/>
              <a:defRPr sz="1600"/>
            </a:lvl9pPr>
          </a:lstStyle>
          <a:p/>
        </p:txBody>
      </p:sp>
      <p:sp>
        <p:nvSpPr>
          <p:cNvPr id="175" name="Google Shape;175;p16"/>
          <p:cNvSpPr txBox="1"/>
          <p:nvPr>
            <p:ph idx="6" type="subTitle"/>
          </p:nvPr>
        </p:nvSpPr>
        <p:spPr>
          <a:xfrm>
            <a:off x="6213059" y="560550"/>
            <a:ext cx="24339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600"/>
            </a:lvl1pPr>
            <a:lvl2pPr lvl="1">
              <a:lnSpc>
                <a:spcPct val="95000"/>
              </a:lnSpc>
              <a:spcBef>
                <a:spcPts val="0"/>
              </a:spcBef>
              <a:spcAft>
                <a:spcPts val="0"/>
              </a:spcAft>
              <a:buNone/>
              <a:defRPr sz="1600"/>
            </a:lvl2pPr>
            <a:lvl3pPr lvl="2">
              <a:lnSpc>
                <a:spcPct val="95000"/>
              </a:lnSpc>
              <a:spcBef>
                <a:spcPts val="0"/>
              </a:spcBef>
              <a:spcAft>
                <a:spcPts val="0"/>
              </a:spcAft>
              <a:buNone/>
              <a:defRPr sz="1600"/>
            </a:lvl3pPr>
            <a:lvl4pPr lvl="3">
              <a:lnSpc>
                <a:spcPct val="95000"/>
              </a:lnSpc>
              <a:spcBef>
                <a:spcPts val="0"/>
              </a:spcBef>
              <a:spcAft>
                <a:spcPts val="0"/>
              </a:spcAft>
              <a:buNone/>
              <a:defRPr sz="1600"/>
            </a:lvl4pPr>
            <a:lvl5pPr lvl="4">
              <a:lnSpc>
                <a:spcPct val="95000"/>
              </a:lnSpc>
              <a:spcBef>
                <a:spcPts val="0"/>
              </a:spcBef>
              <a:spcAft>
                <a:spcPts val="0"/>
              </a:spcAft>
              <a:buNone/>
              <a:defRPr sz="1600"/>
            </a:lvl5pPr>
            <a:lvl6pPr lvl="5">
              <a:lnSpc>
                <a:spcPct val="95000"/>
              </a:lnSpc>
              <a:spcBef>
                <a:spcPts val="0"/>
              </a:spcBef>
              <a:spcAft>
                <a:spcPts val="0"/>
              </a:spcAft>
              <a:buNone/>
              <a:defRPr sz="1600"/>
            </a:lvl6pPr>
            <a:lvl7pPr lvl="6">
              <a:lnSpc>
                <a:spcPct val="95000"/>
              </a:lnSpc>
              <a:spcBef>
                <a:spcPts val="0"/>
              </a:spcBef>
              <a:spcAft>
                <a:spcPts val="0"/>
              </a:spcAft>
              <a:buNone/>
              <a:defRPr sz="1600"/>
            </a:lvl7pPr>
            <a:lvl8pPr lvl="7">
              <a:lnSpc>
                <a:spcPct val="95000"/>
              </a:lnSpc>
              <a:spcBef>
                <a:spcPts val="0"/>
              </a:spcBef>
              <a:spcAft>
                <a:spcPts val="0"/>
              </a:spcAft>
              <a:buNone/>
              <a:defRPr sz="1600"/>
            </a:lvl8pPr>
            <a:lvl9pPr lvl="8">
              <a:lnSpc>
                <a:spcPct val="95000"/>
              </a:lnSpc>
              <a:spcBef>
                <a:spcPts val="0"/>
              </a:spcBef>
              <a:spcAft>
                <a:spcPts val="0"/>
              </a:spcAft>
              <a:buNone/>
              <a:defRPr sz="1600"/>
            </a:lvl9pPr>
          </a:lstStyle>
          <a:p/>
        </p:txBody>
      </p:sp>
      <p:sp>
        <p:nvSpPr>
          <p:cNvPr id="176" name="Google Shape;176;p16"/>
          <p:cNvSpPr txBox="1"/>
          <p:nvPr>
            <p:ph idx="7" type="body"/>
          </p:nvPr>
        </p:nvSpPr>
        <p:spPr>
          <a:xfrm>
            <a:off x="6244900" y="1526750"/>
            <a:ext cx="2513100" cy="714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 Alt 2">
  <p:cSld name="CUSTOM_8_1_1_1_1_1_1_1_1_1_1_1_1_1_1_1_1_1_1_1_1_1_1_1_1_1_1_1">
    <p:spTree>
      <p:nvGrpSpPr>
        <p:cNvPr id="177" name="Shape 177"/>
        <p:cNvGrpSpPr/>
        <p:nvPr/>
      </p:nvGrpSpPr>
      <p:grpSpPr>
        <a:xfrm>
          <a:off x="0" y="0"/>
          <a:ext cx="0" cy="0"/>
          <a:chOff x="0" y="0"/>
          <a:chExt cx="0" cy="0"/>
        </a:xfrm>
      </p:grpSpPr>
      <p:sp>
        <p:nvSpPr>
          <p:cNvPr id="178" name="Google Shape;178;p17"/>
          <p:cNvSpPr/>
          <p:nvPr/>
        </p:nvSpPr>
        <p:spPr>
          <a:xfrm rot="10800000">
            <a:off x="-25" y="250"/>
            <a:ext cx="30669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79" name="Google Shape;179;p17"/>
          <p:cNvSpPr txBox="1"/>
          <p:nvPr/>
        </p:nvSpPr>
        <p:spPr>
          <a:xfrm>
            <a:off x="230934" y="1805263"/>
            <a:ext cx="3720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600">
                <a:solidFill>
                  <a:schemeClr val="dk1"/>
                </a:solidFill>
                <a:latin typeface="Jost"/>
                <a:ea typeface="Jost"/>
                <a:cs typeface="Jost"/>
                <a:sym typeface="Jost"/>
              </a:rPr>
              <a:t>🡖</a:t>
            </a:r>
            <a:endParaRPr sz="1600">
              <a:solidFill>
                <a:schemeClr val="dk1"/>
              </a:solidFill>
              <a:latin typeface="Jost"/>
              <a:ea typeface="Jost"/>
              <a:cs typeface="Jost"/>
              <a:sym typeface="Jost"/>
            </a:endParaRPr>
          </a:p>
        </p:txBody>
      </p:sp>
      <p:sp>
        <p:nvSpPr>
          <p:cNvPr id="180" name="Google Shape;180;p17"/>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81" name="Google Shape;181;p17"/>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82" name="Google Shape;182;p17"/>
          <p:cNvSpPr txBox="1"/>
          <p:nvPr>
            <p:ph idx="3" type="title"/>
          </p:nvPr>
        </p:nvSpPr>
        <p:spPr>
          <a:xfrm>
            <a:off x="230937" y="1593450"/>
            <a:ext cx="2378700" cy="343200"/>
          </a:xfrm>
          <a:prstGeom prst="rect">
            <a:avLst/>
          </a:prstGeom>
        </p:spPr>
        <p:txBody>
          <a:bodyPr anchorCtr="0" anchor="t" bIns="0" lIns="0" spcFirstLastPara="1" rIns="0" wrap="square" tIns="0">
            <a:noAutofit/>
          </a:bodyPr>
          <a:lstStyle>
            <a:lvl1pPr lvl="0">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83" name="Google Shape;183;p17"/>
          <p:cNvSpPr txBox="1"/>
          <p:nvPr>
            <p:ph idx="1" type="body"/>
          </p:nvPr>
        </p:nvSpPr>
        <p:spPr>
          <a:xfrm>
            <a:off x="230938" y="2041800"/>
            <a:ext cx="2378700" cy="962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84" name="Google Shape;184;p17"/>
          <p:cNvSpPr txBox="1"/>
          <p:nvPr>
            <p:ph idx="4" type="body"/>
          </p:nvPr>
        </p:nvSpPr>
        <p:spPr>
          <a:xfrm>
            <a:off x="3439371" y="907600"/>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85" name="Google Shape;185;p17"/>
          <p:cNvSpPr txBox="1"/>
          <p:nvPr>
            <p:ph idx="5" type="subTitle"/>
          </p:nvPr>
        </p:nvSpPr>
        <p:spPr>
          <a:xfrm>
            <a:off x="3439363" y="618975"/>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186" name="Google Shape;186;p17"/>
          <p:cNvSpPr txBox="1"/>
          <p:nvPr>
            <p:ph idx="6" type="body"/>
          </p:nvPr>
        </p:nvSpPr>
        <p:spPr>
          <a:xfrm>
            <a:off x="3439371" y="2532294"/>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87" name="Google Shape;187;p17"/>
          <p:cNvSpPr txBox="1"/>
          <p:nvPr>
            <p:ph idx="7" type="subTitle"/>
          </p:nvPr>
        </p:nvSpPr>
        <p:spPr>
          <a:xfrm>
            <a:off x="3439363" y="2243669"/>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188" name="Google Shape;188;p17"/>
          <p:cNvSpPr txBox="1"/>
          <p:nvPr>
            <p:ph idx="8" type="body"/>
          </p:nvPr>
        </p:nvSpPr>
        <p:spPr>
          <a:xfrm>
            <a:off x="6313271" y="907600"/>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89" name="Google Shape;189;p17"/>
          <p:cNvSpPr txBox="1"/>
          <p:nvPr>
            <p:ph idx="9" type="subTitle"/>
          </p:nvPr>
        </p:nvSpPr>
        <p:spPr>
          <a:xfrm>
            <a:off x="6313263" y="618975"/>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190" name="Google Shape;190;p17"/>
          <p:cNvSpPr txBox="1"/>
          <p:nvPr>
            <p:ph idx="13" type="body"/>
          </p:nvPr>
        </p:nvSpPr>
        <p:spPr>
          <a:xfrm>
            <a:off x="6313271" y="2532294"/>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91" name="Google Shape;191;p17"/>
          <p:cNvSpPr txBox="1"/>
          <p:nvPr>
            <p:ph idx="14" type="subTitle"/>
          </p:nvPr>
        </p:nvSpPr>
        <p:spPr>
          <a:xfrm>
            <a:off x="6313263" y="2243669"/>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192" name="Google Shape;192;p17"/>
          <p:cNvSpPr txBox="1"/>
          <p:nvPr>
            <p:ph idx="15" type="body"/>
          </p:nvPr>
        </p:nvSpPr>
        <p:spPr>
          <a:xfrm>
            <a:off x="230650" y="3875100"/>
            <a:ext cx="2378700" cy="913500"/>
          </a:xfrm>
          <a:prstGeom prst="rect">
            <a:avLst/>
          </a:prstGeom>
        </p:spPr>
        <p:txBody>
          <a:bodyPr anchorCtr="0" anchor="t" bIns="0" lIns="0" spcFirstLastPara="1" rIns="0" wrap="square" tIns="0">
            <a:spAutoFit/>
          </a:bodyPr>
          <a:lstStyle>
            <a:lvl1pPr indent="-304800" lvl="0" marL="457200">
              <a:spcBef>
                <a:spcPts val="0"/>
              </a:spcBef>
              <a:spcAft>
                <a:spcPts val="0"/>
              </a:spcAft>
              <a:buClr>
                <a:schemeClr val="dk1"/>
              </a:buClr>
              <a:buSzPts val="1200"/>
              <a:buFont typeface="Figtree"/>
              <a:buChar char="●"/>
              <a:defRPr>
                <a:latin typeface="Figtree"/>
                <a:ea typeface="Figtree"/>
                <a:cs typeface="Figtree"/>
                <a:sym typeface="Figtree"/>
              </a:defRPr>
            </a:lvl1pPr>
            <a:lvl2pPr indent="-304800" lvl="1" marL="914400">
              <a:spcBef>
                <a:spcPts val="0"/>
              </a:spcBef>
              <a:spcAft>
                <a:spcPts val="0"/>
              </a:spcAft>
              <a:buClr>
                <a:schemeClr val="dk1"/>
              </a:buClr>
              <a:buSzPts val="1200"/>
              <a:buFont typeface="Figtree"/>
              <a:buChar char="○"/>
              <a:defRPr>
                <a:latin typeface="Figtree"/>
                <a:ea typeface="Figtree"/>
                <a:cs typeface="Figtree"/>
                <a:sym typeface="Figtree"/>
              </a:defRPr>
            </a:lvl2pPr>
            <a:lvl3pPr indent="-304800" lvl="2" marL="1371600">
              <a:spcBef>
                <a:spcPts val="0"/>
              </a:spcBef>
              <a:spcAft>
                <a:spcPts val="0"/>
              </a:spcAft>
              <a:buClr>
                <a:schemeClr val="dk1"/>
              </a:buClr>
              <a:buSzPts val="1200"/>
              <a:buFont typeface="Figtree"/>
              <a:buChar char="■"/>
              <a:defRPr>
                <a:latin typeface="Figtree"/>
                <a:ea typeface="Figtree"/>
                <a:cs typeface="Figtree"/>
                <a:sym typeface="Figtree"/>
              </a:defRPr>
            </a:lvl3pPr>
            <a:lvl4pPr indent="-304800" lvl="3" marL="1828800">
              <a:spcBef>
                <a:spcPts val="0"/>
              </a:spcBef>
              <a:spcAft>
                <a:spcPts val="0"/>
              </a:spcAft>
              <a:buClr>
                <a:schemeClr val="dk1"/>
              </a:buClr>
              <a:buSzPts val="1200"/>
              <a:buFont typeface="Figtree"/>
              <a:buChar char="●"/>
              <a:defRPr>
                <a:latin typeface="Figtree"/>
                <a:ea typeface="Figtree"/>
                <a:cs typeface="Figtree"/>
                <a:sym typeface="Figtree"/>
              </a:defRPr>
            </a:lvl4pPr>
            <a:lvl5pPr indent="-304800" lvl="4" marL="2286000">
              <a:spcBef>
                <a:spcPts val="0"/>
              </a:spcBef>
              <a:spcAft>
                <a:spcPts val="0"/>
              </a:spcAft>
              <a:buClr>
                <a:schemeClr val="dk1"/>
              </a:buClr>
              <a:buSzPts val="1200"/>
              <a:buFont typeface="Figtree"/>
              <a:buChar char="○"/>
              <a:defRPr>
                <a:latin typeface="Figtree"/>
                <a:ea typeface="Figtree"/>
                <a:cs typeface="Figtree"/>
                <a:sym typeface="Figtree"/>
              </a:defRPr>
            </a:lvl5pPr>
            <a:lvl6pPr indent="-304800" lvl="5" marL="2743200">
              <a:spcBef>
                <a:spcPts val="0"/>
              </a:spcBef>
              <a:spcAft>
                <a:spcPts val="0"/>
              </a:spcAft>
              <a:buClr>
                <a:schemeClr val="dk1"/>
              </a:buClr>
              <a:buSzPts val="1200"/>
              <a:buFont typeface="Figtree"/>
              <a:buChar char="■"/>
              <a:defRPr>
                <a:latin typeface="Figtree"/>
                <a:ea typeface="Figtree"/>
                <a:cs typeface="Figtree"/>
                <a:sym typeface="Figtree"/>
              </a:defRPr>
            </a:lvl6pPr>
            <a:lvl7pPr indent="-304800" lvl="6" marL="3200400">
              <a:spcBef>
                <a:spcPts val="0"/>
              </a:spcBef>
              <a:spcAft>
                <a:spcPts val="0"/>
              </a:spcAft>
              <a:buClr>
                <a:schemeClr val="dk1"/>
              </a:buClr>
              <a:buSzPts val="1200"/>
              <a:buFont typeface="Figtree"/>
              <a:buChar char="●"/>
              <a:defRPr>
                <a:latin typeface="Figtree"/>
                <a:ea typeface="Figtree"/>
                <a:cs typeface="Figtree"/>
                <a:sym typeface="Figtree"/>
              </a:defRPr>
            </a:lvl7pPr>
            <a:lvl8pPr indent="-304800" lvl="7" marL="3657600">
              <a:spcBef>
                <a:spcPts val="0"/>
              </a:spcBef>
              <a:spcAft>
                <a:spcPts val="0"/>
              </a:spcAft>
              <a:buClr>
                <a:schemeClr val="dk1"/>
              </a:buClr>
              <a:buSzPts val="1200"/>
              <a:buFont typeface="Figtree"/>
              <a:buChar char="○"/>
              <a:defRPr>
                <a:latin typeface="Figtree"/>
                <a:ea typeface="Figtree"/>
                <a:cs typeface="Figtree"/>
                <a:sym typeface="Figtree"/>
              </a:defRPr>
            </a:lvl8pPr>
            <a:lvl9pPr indent="-304800" lvl="8" marL="4114800">
              <a:spcBef>
                <a:spcPts val="0"/>
              </a:spcBef>
              <a:spcAft>
                <a:spcPts val="0"/>
              </a:spcAft>
              <a:buClr>
                <a:schemeClr val="dk1"/>
              </a:buClr>
              <a:buSzPts val="1200"/>
              <a:buFont typeface="Figtree"/>
              <a:buChar char="■"/>
              <a:defRPr>
                <a:latin typeface="Figtree"/>
                <a:ea typeface="Figtree"/>
                <a:cs typeface="Figtree"/>
                <a:sym typeface="Figtree"/>
              </a:defRPr>
            </a:lvl9pPr>
          </a:lstStyle>
          <a:p/>
        </p:txBody>
      </p:sp>
      <p:sp>
        <p:nvSpPr>
          <p:cNvPr id="193" name="Google Shape;193;p17"/>
          <p:cNvSpPr/>
          <p:nvPr>
            <p:ph idx="16" type="pic"/>
          </p:nvPr>
        </p:nvSpPr>
        <p:spPr>
          <a:xfrm>
            <a:off x="230350" y="457200"/>
            <a:ext cx="853200" cy="1031100"/>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ards">
  <p:cSld name="CUSTOM_14">
    <p:spTree>
      <p:nvGrpSpPr>
        <p:cNvPr id="194" name="Shape 194"/>
        <p:cNvGrpSpPr/>
        <p:nvPr/>
      </p:nvGrpSpPr>
      <p:grpSpPr>
        <a:xfrm>
          <a:off x="0" y="0"/>
          <a:ext cx="0" cy="0"/>
          <a:chOff x="0" y="0"/>
          <a:chExt cx="0" cy="0"/>
        </a:xfrm>
      </p:grpSpPr>
      <p:sp>
        <p:nvSpPr>
          <p:cNvPr id="195" name="Google Shape;195;p18"/>
          <p:cNvSpPr/>
          <p:nvPr/>
        </p:nvSpPr>
        <p:spPr>
          <a:xfrm rot="-2700000">
            <a:off x="1338758" y="-3230594"/>
            <a:ext cx="6464087" cy="6464087"/>
          </a:xfrm>
          <a:prstGeom prst="rtTriangle">
            <a:avLst/>
          </a:prstGeom>
          <a:gradFill>
            <a:gsLst>
              <a:gs pos="0">
                <a:schemeClr val="lt2"/>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196" name="Google Shape;196;p18"/>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700"/>
              <a:buFont typeface="Figtree"/>
              <a:buNone/>
              <a:defRPr sz="700"/>
            </a:lvl2pPr>
            <a:lvl3pPr lvl="2">
              <a:spcBef>
                <a:spcPts val="0"/>
              </a:spcBef>
              <a:spcAft>
                <a:spcPts val="0"/>
              </a:spcAft>
              <a:buSzPts val="700"/>
              <a:buFont typeface="Figtree"/>
              <a:buNone/>
              <a:defRPr sz="700"/>
            </a:lvl3pPr>
            <a:lvl4pPr lvl="3">
              <a:spcBef>
                <a:spcPts val="0"/>
              </a:spcBef>
              <a:spcAft>
                <a:spcPts val="0"/>
              </a:spcAft>
              <a:buSzPts val="700"/>
              <a:buFont typeface="Figtree"/>
              <a:buNone/>
              <a:defRPr sz="700"/>
            </a:lvl4pPr>
            <a:lvl5pPr lvl="4">
              <a:spcBef>
                <a:spcPts val="0"/>
              </a:spcBef>
              <a:spcAft>
                <a:spcPts val="0"/>
              </a:spcAft>
              <a:buSzPts val="700"/>
              <a:buFont typeface="Figtree"/>
              <a:buNone/>
              <a:defRPr sz="700"/>
            </a:lvl5pPr>
            <a:lvl6pPr lvl="5">
              <a:spcBef>
                <a:spcPts val="0"/>
              </a:spcBef>
              <a:spcAft>
                <a:spcPts val="0"/>
              </a:spcAft>
              <a:buSzPts val="700"/>
              <a:buFont typeface="Figtree"/>
              <a:buNone/>
              <a:defRPr sz="700"/>
            </a:lvl6pPr>
            <a:lvl7pPr lvl="6">
              <a:spcBef>
                <a:spcPts val="0"/>
              </a:spcBef>
              <a:spcAft>
                <a:spcPts val="0"/>
              </a:spcAft>
              <a:buSzPts val="700"/>
              <a:buFont typeface="Figtree"/>
              <a:buNone/>
              <a:defRPr sz="700"/>
            </a:lvl7pPr>
            <a:lvl8pPr lvl="7">
              <a:spcBef>
                <a:spcPts val="0"/>
              </a:spcBef>
              <a:spcAft>
                <a:spcPts val="0"/>
              </a:spcAft>
              <a:buSzPts val="700"/>
              <a:buFont typeface="Figtree"/>
              <a:buNone/>
              <a:defRPr sz="700"/>
            </a:lvl8pPr>
            <a:lvl9pPr lvl="8">
              <a:spcBef>
                <a:spcPts val="0"/>
              </a:spcBef>
              <a:spcAft>
                <a:spcPts val="0"/>
              </a:spcAft>
              <a:buSzPts val="700"/>
              <a:buFont typeface="Figtree"/>
              <a:buNone/>
              <a:defRPr sz="700"/>
            </a:lvl9pPr>
          </a:lstStyle>
          <a:p/>
        </p:txBody>
      </p:sp>
      <p:sp>
        <p:nvSpPr>
          <p:cNvPr id="197" name="Google Shape;197;p18"/>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700"/>
              <a:buFont typeface="Figtree"/>
              <a:buNone/>
              <a:defRPr sz="700"/>
            </a:lvl2pPr>
            <a:lvl3pPr lvl="2">
              <a:spcBef>
                <a:spcPts val="0"/>
              </a:spcBef>
              <a:spcAft>
                <a:spcPts val="0"/>
              </a:spcAft>
              <a:buSzPts val="700"/>
              <a:buFont typeface="Figtree"/>
              <a:buNone/>
              <a:defRPr sz="700"/>
            </a:lvl3pPr>
            <a:lvl4pPr lvl="3">
              <a:spcBef>
                <a:spcPts val="0"/>
              </a:spcBef>
              <a:spcAft>
                <a:spcPts val="0"/>
              </a:spcAft>
              <a:buSzPts val="700"/>
              <a:buFont typeface="Figtree"/>
              <a:buNone/>
              <a:defRPr sz="700"/>
            </a:lvl4pPr>
            <a:lvl5pPr lvl="4">
              <a:spcBef>
                <a:spcPts val="0"/>
              </a:spcBef>
              <a:spcAft>
                <a:spcPts val="0"/>
              </a:spcAft>
              <a:buSzPts val="700"/>
              <a:buFont typeface="Figtree"/>
              <a:buNone/>
              <a:defRPr sz="700"/>
            </a:lvl5pPr>
            <a:lvl6pPr lvl="5">
              <a:spcBef>
                <a:spcPts val="0"/>
              </a:spcBef>
              <a:spcAft>
                <a:spcPts val="0"/>
              </a:spcAft>
              <a:buSzPts val="700"/>
              <a:buFont typeface="Figtree"/>
              <a:buNone/>
              <a:defRPr sz="700"/>
            </a:lvl6pPr>
            <a:lvl7pPr lvl="6">
              <a:spcBef>
                <a:spcPts val="0"/>
              </a:spcBef>
              <a:spcAft>
                <a:spcPts val="0"/>
              </a:spcAft>
              <a:buSzPts val="700"/>
              <a:buFont typeface="Figtree"/>
              <a:buNone/>
              <a:defRPr sz="700"/>
            </a:lvl7pPr>
            <a:lvl8pPr lvl="7">
              <a:spcBef>
                <a:spcPts val="0"/>
              </a:spcBef>
              <a:spcAft>
                <a:spcPts val="0"/>
              </a:spcAft>
              <a:buSzPts val="700"/>
              <a:buFont typeface="Figtree"/>
              <a:buNone/>
              <a:defRPr sz="700"/>
            </a:lvl8pPr>
            <a:lvl9pPr lvl="8">
              <a:spcBef>
                <a:spcPts val="0"/>
              </a:spcBef>
              <a:spcAft>
                <a:spcPts val="0"/>
              </a:spcAft>
              <a:buSzPts val="700"/>
              <a:buFont typeface="Figtree"/>
              <a:buNone/>
              <a:defRPr sz="700"/>
            </a:lvl9pPr>
          </a:lstStyle>
          <a:p/>
        </p:txBody>
      </p:sp>
      <p:sp>
        <p:nvSpPr>
          <p:cNvPr id="198" name="Google Shape;198;p18"/>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99" name="Google Shape;199;p18"/>
          <p:cNvSpPr txBox="1"/>
          <p:nvPr>
            <p:ph idx="1" type="body"/>
          </p:nvPr>
        </p:nvSpPr>
        <p:spPr>
          <a:xfrm>
            <a:off x="429350" y="180150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00" name="Google Shape;200;p18"/>
          <p:cNvSpPr txBox="1"/>
          <p:nvPr>
            <p:ph idx="4" type="subTitle"/>
          </p:nvPr>
        </p:nvSpPr>
        <p:spPr>
          <a:xfrm>
            <a:off x="429350" y="128600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01" name="Google Shape;201;p18"/>
          <p:cNvSpPr txBox="1"/>
          <p:nvPr>
            <p:ph idx="5" type="body"/>
          </p:nvPr>
        </p:nvSpPr>
        <p:spPr>
          <a:xfrm>
            <a:off x="4833813" y="180150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02" name="Google Shape;202;p18"/>
          <p:cNvSpPr txBox="1"/>
          <p:nvPr>
            <p:ph idx="6" type="subTitle"/>
          </p:nvPr>
        </p:nvSpPr>
        <p:spPr>
          <a:xfrm>
            <a:off x="4833813" y="128600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03" name="Google Shape;203;p18"/>
          <p:cNvSpPr txBox="1"/>
          <p:nvPr>
            <p:ph idx="7" type="body"/>
          </p:nvPr>
        </p:nvSpPr>
        <p:spPr>
          <a:xfrm>
            <a:off x="2631588" y="236065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04" name="Google Shape;204;p18"/>
          <p:cNvSpPr txBox="1"/>
          <p:nvPr>
            <p:ph idx="8" type="subTitle"/>
          </p:nvPr>
        </p:nvSpPr>
        <p:spPr>
          <a:xfrm>
            <a:off x="2631588" y="184515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05" name="Google Shape;205;p18"/>
          <p:cNvSpPr txBox="1"/>
          <p:nvPr>
            <p:ph idx="9" type="body"/>
          </p:nvPr>
        </p:nvSpPr>
        <p:spPr>
          <a:xfrm>
            <a:off x="7036075" y="236065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06" name="Google Shape;206;p18"/>
          <p:cNvSpPr txBox="1"/>
          <p:nvPr>
            <p:ph idx="13" type="subTitle"/>
          </p:nvPr>
        </p:nvSpPr>
        <p:spPr>
          <a:xfrm>
            <a:off x="7036075" y="184515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
  <p:cSld name="CUSTOM_8_1_1_1_1_1_1_1_1_1_1_1_1_1_1_1_1_1_1_1_1_1_1_1_1_1_1_1_1_1">
    <p:spTree>
      <p:nvGrpSpPr>
        <p:cNvPr id="207" name="Shape 207"/>
        <p:cNvGrpSpPr/>
        <p:nvPr/>
      </p:nvGrpSpPr>
      <p:grpSpPr>
        <a:xfrm>
          <a:off x="0" y="0"/>
          <a:ext cx="0" cy="0"/>
          <a:chOff x="0" y="0"/>
          <a:chExt cx="0" cy="0"/>
        </a:xfrm>
      </p:grpSpPr>
      <p:sp>
        <p:nvSpPr>
          <p:cNvPr id="208" name="Google Shape;208;p19"/>
          <p:cNvSpPr/>
          <p:nvPr/>
        </p:nvSpPr>
        <p:spPr>
          <a:xfrm>
            <a:off x="0" y="0"/>
            <a:ext cx="3177300" cy="31773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09" name="Google Shape;209;p19"/>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10" name="Google Shape;210;p19"/>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11" name="Google Shape;211;p19"/>
          <p:cNvSpPr txBox="1"/>
          <p:nvPr>
            <p:ph idx="1" type="body"/>
          </p:nvPr>
        </p:nvSpPr>
        <p:spPr>
          <a:xfrm>
            <a:off x="337797" y="1044075"/>
            <a:ext cx="2839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12" name="Google Shape;212;p19"/>
          <p:cNvSpPr txBox="1"/>
          <p:nvPr>
            <p:ph idx="3" type="body"/>
          </p:nvPr>
        </p:nvSpPr>
        <p:spPr>
          <a:xfrm>
            <a:off x="5967566" y="1044075"/>
            <a:ext cx="28557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13" name="Google Shape;213;p19"/>
          <p:cNvSpPr txBox="1"/>
          <p:nvPr>
            <p:ph idx="4" type="body"/>
          </p:nvPr>
        </p:nvSpPr>
        <p:spPr>
          <a:xfrm>
            <a:off x="321474" y="3385428"/>
            <a:ext cx="2839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14" name="Google Shape;214;p19"/>
          <p:cNvSpPr txBox="1"/>
          <p:nvPr>
            <p:ph idx="5" type="body"/>
          </p:nvPr>
        </p:nvSpPr>
        <p:spPr>
          <a:xfrm>
            <a:off x="5951149" y="3385428"/>
            <a:ext cx="28557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15" name="Google Shape;215;p19"/>
          <p:cNvSpPr txBox="1"/>
          <p:nvPr>
            <p:ph idx="6" type="subTitle"/>
          </p:nvPr>
        </p:nvSpPr>
        <p:spPr>
          <a:xfrm>
            <a:off x="3505113" y="200547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16" name="Google Shape;216;p19"/>
          <p:cNvSpPr txBox="1"/>
          <p:nvPr>
            <p:ph idx="7" type="subTitle"/>
          </p:nvPr>
        </p:nvSpPr>
        <p:spPr>
          <a:xfrm>
            <a:off x="4638638" y="200547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17" name="Google Shape;217;p19"/>
          <p:cNvSpPr txBox="1"/>
          <p:nvPr>
            <p:ph idx="8" type="subTitle"/>
          </p:nvPr>
        </p:nvSpPr>
        <p:spPr>
          <a:xfrm>
            <a:off x="3505525" y="296582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18" name="Google Shape;218;p19"/>
          <p:cNvSpPr txBox="1"/>
          <p:nvPr>
            <p:ph idx="9" type="subTitle"/>
          </p:nvPr>
        </p:nvSpPr>
        <p:spPr>
          <a:xfrm>
            <a:off x="4639050" y="296582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19" name="Google Shape;219;p19"/>
          <p:cNvSpPr txBox="1"/>
          <p:nvPr>
            <p:ph idx="13" type="subTitle"/>
          </p:nvPr>
        </p:nvSpPr>
        <p:spPr>
          <a:xfrm>
            <a:off x="4319044" y="2485650"/>
            <a:ext cx="5067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20" name="Google Shape;220;p19"/>
          <p:cNvSpPr txBox="1"/>
          <p:nvPr>
            <p:ph idx="14"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 Alt 1">
  <p:cSld name="CUSTOM_8_1_1_1_1_1_1_1_1_1_1_1_1_1_1_1_1_1_1_1_1_1_1_1_1_1_1_1_1_1_1_1">
    <p:spTree>
      <p:nvGrpSpPr>
        <p:cNvPr id="221" name="Shape 221"/>
        <p:cNvGrpSpPr/>
        <p:nvPr/>
      </p:nvGrpSpPr>
      <p:grpSpPr>
        <a:xfrm>
          <a:off x="0" y="0"/>
          <a:ext cx="0" cy="0"/>
          <a:chOff x="0" y="0"/>
          <a:chExt cx="0" cy="0"/>
        </a:xfrm>
      </p:grpSpPr>
      <p:sp>
        <p:nvSpPr>
          <p:cNvPr id="222" name="Google Shape;222;p20"/>
          <p:cNvSpPr/>
          <p:nvPr/>
        </p:nvSpPr>
        <p:spPr>
          <a:xfrm flipH="1" rot="5400000">
            <a:off x="6563025" y="657900"/>
            <a:ext cx="1358100" cy="3792600"/>
          </a:xfrm>
          <a:prstGeom prst="rect">
            <a:avLst/>
          </a:prstGeom>
          <a:gradFill>
            <a:gsLst>
              <a:gs pos="0">
                <a:schemeClr val="accent4"/>
              </a:gs>
              <a:gs pos="100000">
                <a:schemeClr val="lt2"/>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223" name="Google Shape;223;p20"/>
          <p:cNvSpPr/>
          <p:nvPr/>
        </p:nvSpPr>
        <p:spPr>
          <a:xfrm rot="5400000">
            <a:off x="580600" y="1292250"/>
            <a:ext cx="1358100" cy="2523900"/>
          </a:xfrm>
          <a:prstGeom prst="rect">
            <a:avLst/>
          </a:prstGeom>
          <a:gradFill>
            <a:gsLst>
              <a:gs pos="0">
                <a:schemeClr val="accent6"/>
              </a:gs>
              <a:gs pos="100000">
                <a:schemeClr val="lt2"/>
              </a:gs>
            </a:gsLst>
            <a:lin ang="16200038"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pic>
        <p:nvPicPr>
          <p:cNvPr descr="A landscape shot of a marshland at dusk. " id="224" name="Google Shape;224;p20"/>
          <p:cNvPicPr preferRelativeResize="0"/>
          <p:nvPr/>
        </p:nvPicPr>
        <p:blipFill rotWithShape="1">
          <a:blip r:embed="rId2">
            <a:alphaModFix/>
          </a:blip>
          <a:srcRect b="14407" l="0" r="0" t="14414"/>
          <a:stretch/>
        </p:blipFill>
        <p:spPr>
          <a:xfrm>
            <a:off x="2517525" y="1875150"/>
            <a:ext cx="2822973" cy="1350004"/>
          </a:xfrm>
          <a:prstGeom prst="rect">
            <a:avLst/>
          </a:prstGeom>
          <a:noFill/>
          <a:ln>
            <a:noFill/>
          </a:ln>
        </p:spPr>
      </p:pic>
      <p:sp>
        <p:nvSpPr>
          <p:cNvPr id="225" name="Google Shape;225;p20"/>
          <p:cNvSpPr txBox="1"/>
          <p:nvPr>
            <p:ph idx="1" type="body"/>
          </p:nvPr>
        </p:nvSpPr>
        <p:spPr>
          <a:xfrm>
            <a:off x="3272950" y="25581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26" name="Google Shape;226;p20"/>
          <p:cNvSpPr txBox="1"/>
          <p:nvPr>
            <p:ph idx="2" type="body"/>
          </p:nvPr>
        </p:nvSpPr>
        <p:spPr>
          <a:xfrm>
            <a:off x="1806550" y="25581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27" name="Google Shape;227;p20"/>
          <p:cNvSpPr txBox="1"/>
          <p:nvPr>
            <p:ph idx="3" type="body"/>
          </p:nvPr>
        </p:nvSpPr>
        <p:spPr>
          <a:xfrm>
            <a:off x="335425" y="1201925"/>
            <a:ext cx="1149900" cy="5028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28" name="Google Shape;228;p20"/>
          <p:cNvSpPr txBox="1"/>
          <p:nvPr>
            <p:ph idx="4" type="body"/>
          </p:nvPr>
        </p:nvSpPr>
        <p:spPr>
          <a:xfrm>
            <a:off x="4721725" y="12297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29" name="Google Shape;229;p20"/>
          <p:cNvSpPr txBox="1"/>
          <p:nvPr>
            <p:ph idx="5" type="body"/>
          </p:nvPr>
        </p:nvSpPr>
        <p:spPr>
          <a:xfrm>
            <a:off x="6193925" y="26235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30" name="Google Shape;230;p20"/>
          <p:cNvSpPr txBox="1"/>
          <p:nvPr>
            <p:ph idx="6" type="subTitle"/>
          </p:nvPr>
        </p:nvSpPr>
        <p:spPr>
          <a:xfrm>
            <a:off x="3273038" y="32699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31" name="Google Shape;231;p20"/>
          <p:cNvSpPr txBox="1"/>
          <p:nvPr>
            <p:ph idx="7" type="subTitle"/>
          </p:nvPr>
        </p:nvSpPr>
        <p:spPr>
          <a:xfrm>
            <a:off x="1806638" y="32699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32" name="Google Shape;232;p20"/>
          <p:cNvSpPr txBox="1"/>
          <p:nvPr>
            <p:ph idx="8" type="subTitle"/>
          </p:nvPr>
        </p:nvSpPr>
        <p:spPr>
          <a:xfrm>
            <a:off x="335513" y="19137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33" name="Google Shape;233;p20"/>
          <p:cNvSpPr txBox="1"/>
          <p:nvPr>
            <p:ph idx="9" type="subTitle"/>
          </p:nvPr>
        </p:nvSpPr>
        <p:spPr>
          <a:xfrm>
            <a:off x="4721813" y="19415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34" name="Google Shape;234;p20"/>
          <p:cNvSpPr txBox="1"/>
          <p:nvPr>
            <p:ph idx="13" type="subTitle"/>
          </p:nvPr>
        </p:nvSpPr>
        <p:spPr>
          <a:xfrm>
            <a:off x="6194013" y="33353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35" name="Google Shape;235;p20"/>
          <p:cNvSpPr txBox="1"/>
          <p:nvPr>
            <p:ph idx="14" type="subTitle"/>
          </p:nvPr>
        </p:nvSpPr>
        <p:spPr>
          <a:xfrm>
            <a:off x="7658713" y="4312650"/>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36" name="Google Shape;236;p20"/>
          <p:cNvSpPr txBox="1"/>
          <p:nvPr>
            <p:ph idx="15" type="body"/>
          </p:nvPr>
        </p:nvSpPr>
        <p:spPr>
          <a:xfrm>
            <a:off x="7658625" y="3600800"/>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37" name="Google Shape;237;p20"/>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38" name="Google Shape;238;p20"/>
          <p:cNvSpPr txBox="1"/>
          <p:nvPr>
            <p:ph idx="16"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39" name="Google Shape;239;p20"/>
          <p:cNvSpPr txBox="1"/>
          <p:nvPr>
            <p:ph idx="17"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 Alt 2">
  <p:cSld name="CUSTOM_8_1_1_1_1_1_1_1_1_1_1_1_1_1_1_1_1_1_1_1_1_1_1_1_1_1_1_1_1_1_1_1_1">
    <p:spTree>
      <p:nvGrpSpPr>
        <p:cNvPr id="240" name="Shape 240"/>
        <p:cNvGrpSpPr/>
        <p:nvPr/>
      </p:nvGrpSpPr>
      <p:grpSpPr>
        <a:xfrm>
          <a:off x="0" y="0"/>
          <a:ext cx="0" cy="0"/>
          <a:chOff x="0" y="0"/>
          <a:chExt cx="0" cy="0"/>
        </a:xfrm>
      </p:grpSpPr>
      <p:sp>
        <p:nvSpPr>
          <p:cNvPr id="241" name="Google Shape;241;p21"/>
          <p:cNvSpPr/>
          <p:nvPr/>
        </p:nvSpPr>
        <p:spPr>
          <a:xfrm flipH="1">
            <a:off x="5961300" y="0"/>
            <a:ext cx="3177300" cy="31773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42" name="Google Shape;242;p21"/>
          <p:cNvSpPr/>
          <p:nvPr/>
        </p:nvSpPr>
        <p:spPr>
          <a:xfrm rot="5400000">
            <a:off x="3888975" y="-2016150"/>
            <a:ext cx="1358100" cy="9140700"/>
          </a:xfrm>
          <a:prstGeom prst="rect">
            <a:avLst/>
          </a:prstGeom>
          <a:gradFill>
            <a:gsLst>
              <a:gs pos="0">
                <a:schemeClr val="accent6"/>
              </a:gs>
              <a:gs pos="100000">
                <a:schemeClr val="lt2"/>
              </a:gs>
            </a:gsLst>
            <a:lin ang="16200038"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243" name="Google Shape;243;p21"/>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700"/>
              <a:buFont typeface="Figtree"/>
              <a:buNone/>
              <a:defRPr sz="700"/>
            </a:lvl2pPr>
            <a:lvl3pPr lvl="2">
              <a:spcBef>
                <a:spcPts val="0"/>
              </a:spcBef>
              <a:spcAft>
                <a:spcPts val="0"/>
              </a:spcAft>
              <a:buSzPts val="700"/>
              <a:buFont typeface="Figtree"/>
              <a:buNone/>
              <a:defRPr sz="700"/>
            </a:lvl3pPr>
            <a:lvl4pPr lvl="3">
              <a:spcBef>
                <a:spcPts val="0"/>
              </a:spcBef>
              <a:spcAft>
                <a:spcPts val="0"/>
              </a:spcAft>
              <a:buSzPts val="700"/>
              <a:buFont typeface="Figtree"/>
              <a:buNone/>
              <a:defRPr sz="700"/>
            </a:lvl4pPr>
            <a:lvl5pPr lvl="4">
              <a:spcBef>
                <a:spcPts val="0"/>
              </a:spcBef>
              <a:spcAft>
                <a:spcPts val="0"/>
              </a:spcAft>
              <a:buSzPts val="700"/>
              <a:buFont typeface="Figtree"/>
              <a:buNone/>
              <a:defRPr sz="700"/>
            </a:lvl5pPr>
            <a:lvl6pPr lvl="5">
              <a:spcBef>
                <a:spcPts val="0"/>
              </a:spcBef>
              <a:spcAft>
                <a:spcPts val="0"/>
              </a:spcAft>
              <a:buSzPts val="700"/>
              <a:buFont typeface="Figtree"/>
              <a:buNone/>
              <a:defRPr sz="700"/>
            </a:lvl6pPr>
            <a:lvl7pPr lvl="6">
              <a:spcBef>
                <a:spcPts val="0"/>
              </a:spcBef>
              <a:spcAft>
                <a:spcPts val="0"/>
              </a:spcAft>
              <a:buSzPts val="700"/>
              <a:buFont typeface="Figtree"/>
              <a:buNone/>
              <a:defRPr sz="700"/>
            </a:lvl7pPr>
            <a:lvl8pPr lvl="7">
              <a:spcBef>
                <a:spcPts val="0"/>
              </a:spcBef>
              <a:spcAft>
                <a:spcPts val="0"/>
              </a:spcAft>
              <a:buSzPts val="700"/>
              <a:buFont typeface="Figtree"/>
              <a:buNone/>
              <a:defRPr sz="700"/>
            </a:lvl8pPr>
            <a:lvl9pPr lvl="8">
              <a:spcBef>
                <a:spcPts val="0"/>
              </a:spcBef>
              <a:spcAft>
                <a:spcPts val="0"/>
              </a:spcAft>
              <a:buSzPts val="700"/>
              <a:buFont typeface="Figtree"/>
              <a:buNone/>
              <a:defRPr sz="700"/>
            </a:lvl9pPr>
          </a:lstStyle>
          <a:p/>
        </p:txBody>
      </p:sp>
      <p:sp>
        <p:nvSpPr>
          <p:cNvPr id="244" name="Google Shape;244;p21"/>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45" name="Google Shape;245;p21"/>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246" name="Google Shape;246;p21"/>
          <p:cNvSpPr txBox="1"/>
          <p:nvPr>
            <p:ph idx="1" type="subTitle"/>
          </p:nvPr>
        </p:nvSpPr>
        <p:spPr>
          <a:xfrm>
            <a:off x="486625" y="1307025"/>
            <a:ext cx="2281500" cy="2076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a:lvl1pPr>
            <a:lvl2pPr lvl="1">
              <a:lnSpc>
                <a:spcPct val="95000"/>
              </a:lnSpc>
              <a:spcBef>
                <a:spcPts val="0"/>
              </a:spcBef>
              <a:spcAft>
                <a:spcPts val="0"/>
              </a:spcAft>
              <a:buNone/>
              <a:defRPr/>
            </a:lvl2pPr>
            <a:lvl3pPr lvl="2">
              <a:lnSpc>
                <a:spcPct val="95000"/>
              </a:lnSpc>
              <a:spcBef>
                <a:spcPts val="0"/>
              </a:spcBef>
              <a:spcAft>
                <a:spcPts val="0"/>
              </a:spcAft>
              <a:buNone/>
              <a:defRPr/>
            </a:lvl3pPr>
            <a:lvl4pPr lvl="3">
              <a:lnSpc>
                <a:spcPct val="95000"/>
              </a:lnSpc>
              <a:spcBef>
                <a:spcPts val="0"/>
              </a:spcBef>
              <a:spcAft>
                <a:spcPts val="0"/>
              </a:spcAft>
              <a:buNone/>
              <a:defRPr/>
            </a:lvl4pPr>
            <a:lvl5pPr lvl="4">
              <a:lnSpc>
                <a:spcPct val="95000"/>
              </a:lnSpc>
              <a:spcBef>
                <a:spcPts val="0"/>
              </a:spcBef>
              <a:spcAft>
                <a:spcPts val="0"/>
              </a:spcAft>
              <a:buNone/>
              <a:defRPr/>
            </a:lvl5pPr>
            <a:lvl6pPr lvl="5">
              <a:lnSpc>
                <a:spcPct val="95000"/>
              </a:lnSpc>
              <a:spcBef>
                <a:spcPts val="0"/>
              </a:spcBef>
              <a:spcAft>
                <a:spcPts val="0"/>
              </a:spcAft>
              <a:buNone/>
              <a:defRPr/>
            </a:lvl6pPr>
            <a:lvl7pPr lvl="6">
              <a:lnSpc>
                <a:spcPct val="95000"/>
              </a:lnSpc>
              <a:spcBef>
                <a:spcPts val="0"/>
              </a:spcBef>
              <a:spcAft>
                <a:spcPts val="0"/>
              </a:spcAft>
              <a:buNone/>
              <a:defRPr/>
            </a:lvl7pPr>
            <a:lvl8pPr lvl="7">
              <a:lnSpc>
                <a:spcPct val="95000"/>
              </a:lnSpc>
              <a:spcBef>
                <a:spcPts val="0"/>
              </a:spcBef>
              <a:spcAft>
                <a:spcPts val="0"/>
              </a:spcAft>
              <a:buNone/>
              <a:defRPr/>
            </a:lvl8pPr>
            <a:lvl9pPr lvl="8">
              <a:lnSpc>
                <a:spcPct val="95000"/>
              </a:lnSpc>
              <a:spcBef>
                <a:spcPts val="0"/>
              </a:spcBef>
              <a:spcAft>
                <a:spcPts val="0"/>
              </a:spcAft>
              <a:buNone/>
              <a:defRPr/>
            </a:lvl9pPr>
          </a:lstStyle>
          <a:p/>
        </p:txBody>
      </p:sp>
      <p:sp>
        <p:nvSpPr>
          <p:cNvPr id="247" name="Google Shape;247;p21"/>
          <p:cNvSpPr txBox="1"/>
          <p:nvPr>
            <p:ph idx="4" type="body"/>
          </p:nvPr>
        </p:nvSpPr>
        <p:spPr>
          <a:xfrm>
            <a:off x="486650" y="1623430"/>
            <a:ext cx="2281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48" name="Google Shape;248;p21"/>
          <p:cNvSpPr txBox="1"/>
          <p:nvPr>
            <p:ph idx="5" type="subTitle"/>
          </p:nvPr>
        </p:nvSpPr>
        <p:spPr>
          <a:xfrm>
            <a:off x="3431225" y="1668075"/>
            <a:ext cx="2281500" cy="2076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a:lvl1pPr>
            <a:lvl2pPr lvl="1">
              <a:lnSpc>
                <a:spcPct val="95000"/>
              </a:lnSpc>
              <a:spcBef>
                <a:spcPts val="0"/>
              </a:spcBef>
              <a:spcAft>
                <a:spcPts val="0"/>
              </a:spcAft>
              <a:buNone/>
              <a:defRPr/>
            </a:lvl2pPr>
            <a:lvl3pPr lvl="2">
              <a:lnSpc>
                <a:spcPct val="95000"/>
              </a:lnSpc>
              <a:spcBef>
                <a:spcPts val="0"/>
              </a:spcBef>
              <a:spcAft>
                <a:spcPts val="0"/>
              </a:spcAft>
              <a:buNone/>
              <a:defRPr/>
            </a:lvl3pPr>
            <a:lvl4pPr lvl="3">
              <a:lnSpc>
                <a:spcPct val="95000"/>
              </a:lnSpc>
              <a:spcBef>
                <a:spcPts val="0"/>
              </a:spcBef>
              <a:spcAft>
                <a:spcPts val="0"/>
              </a:spcAft>
              <a:buNone/>
              <a:defRPr/>
            </a:lvl4pPr>
            <a:lvl5pPr lvl="4">
              <a:lnSpc>
                <a:spcPct val="95000"/>
              </a:lnSpc>
              <a:spcBef>
                <a:spcPts val="0"/>
              </a:spcBef>
              <a:spcAft>
                <a:spcPts val="0"/>
              </a:spcAft>
              <a:buNone/>
              <a:defRPr/>
            </a:lvl5pPr>
            <a:lvl6pPr lvl="5">
              <a:lnSpc>
                <a:spcPct val="95000"/>
              </a:lnSpc>
              <a:spcBef>
                <a:spcPts val="0"/>
              </a:spcBef>
              <a:spcAft>
                <a:spcPts val="0"/>
              </a:spcAft>
              <a:buNone/>
              <a:defRPr/>
            </a:lvl6pPr>
            <a:lvl7pPr lvl="6">
              <a:lnSpc>
                <a:spcPct val="95000"/>
              </a:lnSpc>
              <a:spcBef>
                <a:spcPts val="0"/>
              </a:spcBef>
              <a:spcAft>
                <a:spcPts val="0"/>
              </a:spcAft>
              <a:buNone/>
              <a:defRPr/>
            </a:lvl7pPr>
            <a:lvl8pPr lvl="7">
              <a:lnSpc>
                <a:spcPct val="95000"/>
              </a:lnSpc>
              <a:spcBef>
                <a:spcPts val="0"/>
              </a:spcBef>
              <a:spcAft>
                <a:spcPts val="0"/>
              </a:spcAft>
              <a:buNone/>
              <a:defRPr/>
            </a:lvl8pPr>
            <a:lvl9pPr lvl="8">
              <a:lnSpc>
                <a:spcPct val="95000"/>
              </a:lnSpc>
              <a:spcBef>
                <a:spcPts val="0"/>
              </a:spcBef>
              <a:spcAft>
                <a:spcPts val="0"/>
              </a:spcAft>
              <a:buNone/>
              <a:defRPr/>
            </a:lvl9pPr>
          </a:lstStyle>
          <a:p/>
        </p:txBody>
      </p:sp>
      <p:sp>
        <p:nvSpPr>
          <p:cNvPr id="249" name="Google Shape;249;p21"/>
          <p:cNvSpPr txBox="1"/>
          <p:nvPr>
            <p:ph idx="6" type="body"/>
          </p:nvPr>
        </p:nvSpPr>
        <p:spPr>
          <a:xfrm>
            <a:off x="3431250" y="1984480"/>
            <a:ext cx="2281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50" name="Google Shape;250;p21"/>
          <p:cNvSpPr txBox="1"/>
          <p:nvPr>
            <p:ph idx="7" type="subTitle"/>
          </p:nvPr>
        </p:nvSpPr>
        <p:spPr>
          <a:xfrm>
            <a:off x="6375825" y="1307025"/>
            <a:ext cx="2281500" cy="2076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a:lvl1pPr>
            <a:lvl2pPr lvl="1">
              <a:lnSpc>
                <a:spcPct val="95000"/>
              </a:lnSpc>
              <a:spcBef>
                <a:spcPts val="0"/>
              </a:spcBef>
              <a:spcAft>
                <a:spcPts val="0"/>
              </a:spcAft>
              <a:buNone/>
              <a:defRPr/>
            </a:lvl2pPr>
            <a:lvl3pPr lvl="2">
              <a:lnSpc>
                <a:spcPct val="95000"/>
              </a:lnSpc>
              <a:spcBef>
                <a:spcPts val="0"/>
              </a:spcBef>
              <a:spcAft>
                <a:spcPts val="0"/>
              </a:spcAft>
              <a:buNone/>
              <a:defRPr/>
            </a:lvl3pPr>
            <a:lvl4pPr lvl="3">
              <a:lnSpc>
                <a:spcPct val="95000"/>
              </a:lnSpc>
              <a:spcBef>
                <a:spcPts val="0"/>
              </a:spcBef>
              <a:spcAft>
                <a:spcPts val="0"/>
              </a:spcAft>
              <a:buNone/>
              <a:defRPr/>
            </a:lvl4pPr>
            <a:lvl5pPr lvl="4">
              <a:lnSpc>
                <a:spcPct val="95000"/>
              </a:lnSpc>
              <a:spcBef>
                <a:spcPts val="0"/>
              </a:spcBef>
              <a:spcAft>
                <a:spcPts val="0"/>
              </a:spcAft>
              <a:buNone/>
              <a:defRPr/>
            </a:lvl5pPr>
            <a:lvl6pPr lvl="5">
              <a:lnSpc>
                <a:spcPct val="95000"/>
              </a:lnSpc>
              <a:spcBef>
                <a:spcPts val="0"/>
              </a:spcBef>
              <a:spcAft>
                <a:spcPts val="0"/>
              </a:spcAft>
              <a:buNone/>
              <a:defRPr/>
            </a:lvl6pPr>
            <a:lvl7pPr lvl="6">
              <a:lnSpc>
                <a:spcPct val="95000"/>
              </a:lnSpc>
              <a:spcBef>
                <a:spcPts val="0"/>
              </a:spcBef>
              <a:spcAft>
                <a:spcPts val="0"/>
              </a:spcAft>
              <a:buNone/>
              <a:defRPr/>
            </a:lvl7pPr>
            <a:lvl8pPr lvl="7">
              <a:lnSpc>
                <a:spcPct val="95000"/>
              </a:lnSpc>
              <a:spcBef>
                <a:spcPts val="0"/>
              </a:spcBef>
              <a:spcAft>
                <a:spcPts val="0"/>
              </a:spcAft>
              <a:buNone/>
              <a:defRPr/>
            </a:lvl8pPr>
            <a:lvl9pPr lvl="8">
              <a:lnSpc>
                <a:spcPct val="95000"/>
              </a:lnSpc>
              <a:spcBef>
                <a:spcPts val="0"/>
              </a:spcBef>
              <a:spcAft>
                <a:spcPts val="0"/>
              </a:spcAft>
              <a:buNone/>
              <a:defRPr/>
            </a:lvl9pPr>
          </a:lstStyle>
          <a:p/>
        </p:txBody>
      </p:sp>
      <p:sp>
        <p:nvSpPr>
          <p:cNvPr id="251" name="Google Shape;251;p21"/>
          <p:cNvSpPr txBox="1"/>
          <p:nvPr>
            <p:ph idx="8" type="body"/>
          </p:nvPr>
        </p:nvSpPr>
        <p:spPr>
          <a:xfrm>
            <a:off x="6375850" y="1623430"/>
            <a:ext cx="2281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display - Alt 1">
  <p:cSld name="CUSTOM_8_1_1_1_1_1_1_1_1_1_1_1_1_1_1_1_1_1_1_1_1_1_1_1_1_1_1_1_1_1_1_1_1_1">
    <p:spTree>
      <p:nvGrpSpPr>
        <p:cNvPr id="252" name="Shape 252"/>
        <p:cNvGrpSpPr/>
        <p:nvPr/>
      </p:nvGrpSpPr>
      <p:grpSpPr>
        <a:xfrm>
          <a:off x="0" y="0"/>
          <a:ext cx="0" cy="0"/>
          <a:chOff x="0" y="0"/>
          <a:chExt cx="0" cy="0"/>
        </a:xfrm>
      </p:grpSpPr>
      <p:sp>
        <p:nvSpPr>
          <p:cNvPr id="253" name="Google Shape;253;p22"/>
          <p:cNvSpPr/>
          <p:nvPr/>
        </p:nvSpPr>
        <p:spPr>
          <a:xfrm>
            <a:off x="7529650" y="250"/>
            <a:ext cx="16149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54" name="Google Shape;254;p22"/>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55" name="Google Shape;255;p22"/>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56" name="Google Shape;256;p22"/>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257" name="Google Shape;257;p22"/>
          <p:cNvSpPr txBox="1"/>
          <p:nvPr>
            <p:ph idx="1" type="body"/>
          </p:nvPr>
        </p:nvSpPr>
        <p:spPr>
          <a:xfrm>
            <a:off x="230075" y="990150"/>
            <a:ext cx="3612900" cy="353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58" name="Google Shape;258;p22"/>
          <p:cNvSpPr txBox="1"/>
          <p:nvPr>
            <p:ph idx="4" type="subTitle"/>
          </p:nvPr>
        </p:nvSpPr>
        <p:spPr>
          <a:xfrm>
            <a:off x="228600" y="4156375"/>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259" name="Google Shape;259;p22"/>
          <p:cNvSpPr txBox="1"/>
          <p:nvPr>
            <p:ph idx="5" type="subTitle"/>
          </p:nvPr>
        </p:nvSpPr>
        <p:spPr>
          <a:xfrm>
            <a:off x="230075" y="3582936"/>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260" name="Google Shape;260;p22"/>
          <p:cNvSpPr txBox="1"/>
          <p:nvPr>
            <p:ph idx="6" type="subTitle"/>
          </p:nvPr>
        </p:nvSpPr>
        <p:spPr>
          <a:xfrm>
            <a:off x="1983338" y="4156375"/>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261" name="Google Shape;261;p22"/>
          <p:cNvSpPr txBox="1"/>
          <p:nvPr>
            <p:ph idx="7" type="subTitle"/>
          </p:nvPr>
        </p:nvSpPr>
        <p:spPr>
          <a:xfrm>
            <a:off x="1984813" y="3582936"/>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262" name="Google Shape;262;p22"/>
          <p:cNvSpPr txBox="1"/>
          <p:nvPr>
            <p:ph idx="8" type="subTitle"/>
          </p:nvPr>
        </p:nvSpPr>
        <p:spPr>
          <a:xfrm>
            <a:off x="3739563" y="4156375"/>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263" name="Google Shape;263;p22"/>
          <p:cNvSpPr txBox="1"/>
          <p:nvPr>
            <p:ph idx="9" type="subTitle"/>
          </p:nvPr>
        </p:nvSpPr>
        <p:spPr>
          <a:xfrm>
            <a:off x="3741038" y="3582936"/>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264" name="Google Shape;264;p22"/>
          <p:cNvSpPr txBox="1"/>
          <p:nvPr>
            <p:ph idx="13" type="subTitle"/>
          </p:nvPr>
        </p:nvSpPr>
        <p:spPr>
          <a:xfrm>
            <a:off x="228600" y="3211175"/>
            <a:ext cx="3130200" cy="303900"/>
          </a:xfrm>
          <a:prstGeom prst="rect">
            <a:avLst/>
          </a:prstGeom>
        </p:spPr>
        <p:txBody>
          <a:bodyPr anchorCtr="0" anchor="ctr" bIns="0" lIns="0" spcFirstLastPara="1" rIns="0" wrap="square" tIns="0">
            <a:noAutofit/>
          </a:bodyPr>
          <a:lstStyle>
            <a:lvl1pPr lvl="0">
              <a:spcBef>
                <a:spcPts val="0"/>
              </a:spcBef>
              <a:spcAft>
                <a:spcPts val="0"/>
              </a:spcAft>
              <a:buNone/>
              <a:defRPr sz="1600"/>
            </a:lvl1pPr>
            <a:lvl2pPr lvl="1">
              <a:spcBef>
                <a:spcPts val="0"/>
              </a:spcBef>
              <a:spcAft>
                <a:spcPts val="0"/>
              </a:spcAft>
              <a:buNone/>
              <a:defRPr sz="1600"/>
            </a:lvl2pPr>
            <a:lvl3pPr lvl="2">
              <a:spcBef>
                <a:spcPts val="0"/>
              </a:spcBef>
              <a:spcAft>
                <a:spcPts val="0"/>
              </a:spcAft>
              <a:buNone/>
              <a:defRPr sz="1600"/>
            </a:lvl3pPr>
            <a:lvl4pPr lvl="3">
              <a:spcBef>
                <a:spcPts val="0"/>
              </a:spcBef>
              <a:spcAft>
                <a:spcPts val="0"/>
              </a:spcAft>
              <a:buNone/>
              <a:defRPr sz="1600"/>
            </a:lvl4pPr>
            <a:lvl5pPr lvl="4">
              <a:spcBef>
                <a:spcPts val="0"/>
              </a:spcBef>
              <a:spcAft>
                <a:spcPts val="0"/>
              </a:spcAft>
              <a:buNone/>
              <a:defRPr sz="1600"/>
            </a:lvl5pPr>
            <a:lvl6pPr lvl="5">
              <a:spcBef>
                <a:spcPts val="0"/>
              </a:spcBef>
              <a:spcAft>
                <a:spcPts val="0"/>
              </a:spcAft>
              <a:buNone/>
              <a:defRPr sz="1600"/>
            </a:lvl6pPr>
            <a:lvl7pPr lvl="6">
              <a:spcBef>
                <a:spcPts val="0"/>
              </a:spcBef>
              <a:spcAft>
                <a:spcPts val="0"/>
              </a:spcAft>
              <a:buNone/>
              <a:defRPr sz="1600"/>
            </a:lvl7pPr>
            <a:lvl8pPr lvl="7">
              <a:spcBef>
                <a:spcPts val="0"/>
              </a:spcBef>
              <a:spcAft>
                <a:spcPts val="0"/>
              </a:spcAft>
              <a:buNone/>
              <a:defRPr sz="1600"/>
            </a:lvl8pPr>
            <a:lvl9pPr lvl="8">
              <a:spcBef>
                <a:spcPts val="0"/>
              </a:spcBef>
              <a:spcAft>
                <a:spcPts val="0"/>
              </a:spcAft>
              <a:buNone/>
              <a:defRPr sz="1600"/>
            </a:lvl9pPr>
          </a:lstStyle>
          <a:p/>
        </p:txBody>
      </p:sp>
      <p:sp>
        <p:nvSpPr>
          <p:cNvPr id="265" name="Google Shape;265;p22"/>
          <p:cNvSpPr txBox="1"/>
          <p:nvPr>
            <p:ph idx="14" type="subTitle"/>
          </p:nvPr>
        </p:nvSpPr>
        <p:spPr>
          <a:xfrm>
            <a:off x="228600" y="2663863"/>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266" name="Google Shape;266;p22"/>
          <p:cNvSpPr txBox="1"/>
          <p:nvPr>
            <p:ph idx="15" type="subTitle"/>
          </p:nvPr>
        </p:nvSpPr>
        <p:spPr>
          <a:xfrm>
            <a:off x="230075" y="2090424"/>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267" name="Google Shape;267;p22"/>
          <p:cNvSpPr txBox="1"/>
          <p:nvPr>
            <p:ph idx="16" type="subTitle"/>
          </p:nvPr>
        </p:nvSpPr>
        <p:spPr>
          <a:xfrm>
            <a:off x="1983338" y="2663863"/>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268" name="Google Shape;268;p22"/>
          <p:cNvSpPr txBox="1"/>
          <p:nvPr>
            <p:ph idx="17" type="subTitle"/>
          </p:nvPr>
        </p:nvSpPr>
        <p:spPr>
          <a:xfrm>
            <a:off x="1984813" y="2090424"/>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269" name="Google Shape;269;p22"/>
          <p:cNvSpPr txBox="1"/>
          <p:nvPr>
            <p:ph idx="18" type="subTitle"/>
          </p:nvPr>
        </p:nvSpPr>
        <p:spPr>
          <a:xfrm>
            <a:off x="3739563" y="2663863"/>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270" name="Google Shape;270;p22"/>
          <p:cNvSpPr txBox="1"/>
          <p:nvPr>
            <p:ph idx="19" type="subTitle"/>
          </p:nvPr>
        </p:nvSpPr>
        <p:spPr>
          <a:xfrm>
            <a:off x="3741038" y="2090424"/>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271" name="Google Shape;271;p22"/>
          <p:cNvSpPr txBox="1"/>
          <p:nvPr>
            <p:ph idx="20" type="subTitle"/>
          </p:nvPr>
        </p:nvSpPr>
        <p:spPr>
          <a:xfrm>
            <a:off x="228600" y="1718663"/>
            <a:ext cx="3130200" cy="303900"/>
          </a:xfrm>
          <a:prstGeom prst="rect">
            <a:avLst/>
          </a:prstGeom>
        </p:spPr>
        <p:txBody>
          <a:bodyPr anchorCtr="0" anchor="ctr" bIns="0" lIns="0" spcFirstLastPara="1" rIns="0" wrap="square" tIns="0">
            <a:noAutofit/>
          </a:bodyPr>
          <a:lstStyle>
            <a:lvl1pPr lvl="0">
              <a:spcBef>
                <a:spcPts val="0"/>
              </a:spcBef>
              <a:spcAft>
                <a:spcPts val="0"/>
              </a:spcAft>
              <a:buNone/>
              <a:defRPr sz="1600"/>
            </a:lvl1pPr>
            <a:lvl2pPr lvl="1">
              <a:spcBef>
                <a:spcPts val="0"/>
              </a:spcBef>
              <a:spcAft>
                <a:spcPts val="0"/>
              </a:spcAft>
              <a:buNone/>
              <a:defRPr sz="1600"/>
            </a:lvl2pPr>
            <a:lvl3pPr lvl="2">
              <a:spcBef>
                <a:spcPts val="0"/>
              </a:spcBef>
              <a:spcAft>
                <a:spcPts val="0"/>
              </a:spcAft>
              <a:buNone/>
              <a:defRPr sz="1600"/>
            </a:lvl3pPr>
            <a:lvl4pPr lvl="3">
              <a:spcBef>
                <a:spcPts val="0"/>
              </a:spcBef>
              <a:spcAft>
                <a:spcPts val="0"/>
              </a:spcAft>
              <a:buNone/>
              <a:defRPr sz="1600"/>
            </a:lvl4pPr>
            <a:lvl5pPr lvl="4">
              <a:spcBef>
                <a:spcPts val="0"/>
              </a:spcBef>
              <a:spcAft>
                <a:spcPts val="0"/>
              </a:spcAft>
              <a:buNone/>
              <a:defRPr sz="1600"/>
            </a:lvl5pPr>
            <a:lvl6pPr lvl="5">
              <a:spcBef>
                <a:spcPts val="0"/>
              </a:spcBef>
              <a:spcAft>
                <a:spcPts val="0"/>
              </a:spcAft>
              <a:buNone/>
              <a:defRPr sz="1600"/>
            </a:lvl6pPr>
            <a:lvl7pPr lvl="6">
              <a:spcBef>
                <a:spcPts val="0"/>
              </a:spcBef>
              <a:spcAft>
                <a:spcPts val="0"/>
              </a:spcAft>
              <a:buNone/>
              <a:defRPr sz="1600"/>
            </a:lvl7pPr>
            <a:lvl8pPr lvl="7">
              <a:spcBef>
                <a:spcPts val="0"/>
              </a:spcBef>
              <a:spcAft>
                <a:spcPts val="0"/>
              </a:spcAft>
              <a:buNone/>
              <a:defRPr sz="1600"/>
            </a:lvl8pPr>
            <a:lvl9pPr lvl="8">
              <a:spcBef>
                <a:spcPts val="0"/>
              </a:spcBef>
              <a:spcAft>
                <a:spcPts val="0"/>
              </a:spcAft>
              <a:buNone/>
              <a:defRPr sz="16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 Alt 1">
  <p:cSld name="CUSTOM_8_1_1_1_1_1_1_1_1_1_1_1_1_1_1_1_1_1_1_1_1_1_1_1_1_1_1_1_1_1_1_1_1_1_1_1">
    <p:spTree>
      <p:nvGrpSpPr>
        <p:cNvPr id="272" name="Shape 272"/>
        <p:cNvGrpSpPr/>
        <p:nvPr/>
      </p:nvGrpSpPr>
      <p:grpSpPr>
        <a:xfrm>
          <a:off x="0" y="0"/>
          <a:ext cx="0" cy="0"/>
          <a:chOff x="0" y="0"/>
          <a:chExt cx="0" cy="0"/>
        </a:xfrm>
      </p:grpSpPr>
      <p:sp>
        <p:nvSpPr>
          <p:cNvPr id="273" name="Google Shape;273;p23"/>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74" name="Google Shape;274;p23"/>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75" name="Google Shape;275;p23"/>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276" name="Google Shape;276;p23"/>
          <p:cNvSpPr txBox="1"/>
          <p:nvPr>
            <p:ph idx="1" type="subTitle"/>
          </p:nvPr>
        </p:nvSpPr>
        <p:spPr>
          <a:xfrm>
            <a:off x="228600" y="792994"/>
            <a:ext cx="3130200" cy="172200"/>
          </a:xfrm>
          <a:prstGeom prst="rect">
            <a:avLst/>
          </a:prstGeom>
        </p:spPr>
        <p:txBody>
          <a:bodyPr anchorCtr="0" anchor="t"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277" name="Google Shape;277;p23"/>
          <p:cNvSpPr txBox="1"/>
          <p:nvPr>
            <p:ph idx="4" type="subTitle"/>
          </p:nvPr>
        </p:nvSpPr>
        <p:spPr>
          <a:xfrm>
            <a:off x="419070"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278" name="Google Shape;278;p23"/>
          <p:cNvSpPr txBox="1"/>
          <p:nvPr>
            <p:ph idx="5" type="subTitle"/>
          </p:nvPr>
        </p:nvSpPr>
        <p:spPr>
          <a:xfrm>
            <a:off x="419075"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279" name="Google Shape;279;p23"/>
          <p:cNvSpPr txBox="1"/>
          <p:nvPr>
            <p:ph idx="6" type="subTitle"/>
          </p:nvPr>
        </p:nvSpPr>
        <p:spPr>
          <a:xfrm>
            <a:off x="419076"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280" name="Google Shape;280;p23"/>
          <p:cNvSpPr txBox="1"/>
          <p:nvPr>
            <p:ph idx="7" type="subTitle"/>
          </p:nvPr>
        </p:nvSpPr>
        <p:spPr>
          <a:xfrm>
            <a:off x="2624407"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281" name="Google Shape;281;p23"/>
          <p:cNvSpPr txBox="1"/>
          <p:nvPr>
            <p:ph idx="8" type="subTitle"/>
          </p:nvPr>
        </p:nvSpPr>
        <p:spPr>
          <a:xfrm>
            <a:off x="2624413"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282" name="Google Shape;282;p23"/>
          <p:cNvSpPr txBox="1"/>
          <p:nvPr>
            <p:ph idx="9" type="subTitle"/>
          </p:nvPr>
        </p:nvSpPr>
        <p:spPr>
          <a:xfrm>
            <a:off x="2624413"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283" name="Google Shape;283;p23"/>
          <p:cNvSpPr txBox="1"/>
          <p:nvPr>
            <p:ph idx="13" type="subTitle"/>
          </p:nvPr>
        </p:nvSpPr>
        <p:spPr>
          <a:xfrm>
            <a:off x="4815495"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284" name="Google Shape;284;p23"/>
          <p:cNvSpPr txBox="1"/>
          <p:nvPr>
            <p:ph idx="14" type="subTitle"/>
          </p:nvPr>
        </p:nvSpPr>
        <p:spPr>
          <a:xfrm>
            <a:off x="4815500"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285" name="Google Shape;285;p23"/>
          <p:cNvSpPr txBox="1"/>
          <p:nvPr>
            <p:ph idx="15" type="subTitle"/>
          </p:nvPr>
        </p:nvSpPr>
        <p:spPr>
          <a:xfrm>
            <a:off x="4815501"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286" name="Google Shape;286;p23"/>
          <p:cNvSpPr txBox="1"/>
          <p:nvPr>
            <p:ph idx="16" type="subTitle"/>
          </p:nvPr>
        </p:nvSpPr>
        <p:spPr>
          <a:xfrm>
            <a:off x="7006607"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287" name="Google Shape;287;p23"/>
          <p:cNvSpPr txBox="1"/>
          <p:nvPr>
            <p:ph idx="17" type="subTitle"/>
          </p:nvPr>
        </p:nvSpPr>
        <p:spPr>
          <a:xfrm>
            <a:off x="7006613"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288" name="Google Shape;288;p23"/>
          <p:cNvSpPr txBox="1"/>
          <p:nvPr>
            <p:ph idx="18" type="subTitle"/>
          </p:nvPr>
        </p:nvSpPr>
        <p:spPr>
          <a:xfrm>
            <a:off x="7006613"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display 2">
  <p:cSld name="CUSTOM_8_1_1_1_1_1_1_1_1_1_1_1_1_1_1_1_1_1_1_1_1_1_1_1_1_1_1_1_1_1_1_1_1_1_1_2">
    <p:spTree>
      <p:nvGrpSpPr>
        <p:cNvPr id="289" name="Shape 289"/>
        <p:cNvGrpSpPr/>
        <p:nvPr/>
      </p:nvGrpSpPr>
      <p:grpSpPr>
        <a:xfrm>
          <a:off x="0" y="0"/>
          <a:ext cx="0" cy="0"/>
          <a:chOff x="0" y="0"/>
          <a:chExt cx="0" cy="0"/>
        </a:xfrm>
      </p:grpSpPr>
      <p:sp>
        <p:nvSpPr>
          <p:cNvPr id="290" name="Google Shape;290;p24"/>
          <p:cNvSpPr/>
          <p:nvPr/>
        </p:nvSpPr>
        <p:spPr>
          <a:xfrm rot="-5400000">
            <a:off x="0" y="816600"/>
            <a:ext cx="4326900" cy="432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91" name="Google Shape;291;p24"/>
          <p:cNvSpPr/>
          <p:nvPr/>
        </p:nvSpPr>
        <p:spPr>
          <a:xfrm rot="5400000">
            <a:off x="4817100" y="0"/>
            <a:ext cx="4326900" cy="4326900"/>
          </a:xfrm>
          <a:prstGeom prst="rect">
            <a:avLst/>
          </a:prstGeom>
          <a:gradFill>
            <a:gsLst>
              <a:gs pos="0">
                <a:schemeClr val="accent5"/>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92" name="Google Shape;292;p24"/>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93" name="Google Shape;293;p24"/>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94" name="Google Shape;294;p24"/>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295" name="Google Shape;295;p24"/>
          <p:cNvSpPr txBox="1"/>
          <p:nvPr>
            <p:ph idx="1" type="subTitle"/>
          </p:nvPr>
        </p:nvSpPr>
        <p:spPr>
          <a:xfrm>
            <a:off x="3238050" y="1804700"/>
            <a:ext cx="26679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lvl1pPr>
            <a:lvl2pPr lvl="1" algn="ctr">
              <a:lnSpc>
                <a:spcPct val="95000"/>
              </a:lnSpc>
              <a:spcBef>
                <a:spcPts val="0"/>
              </a:spcBef>
              <a:spcAft>
                <a:spcPts val="0"/>
              </a:spcAft>
              <a:buNone/>
              <a:defRPr/>
            </a:lvl2pPr>
            <a:lvl3pPr lvl="2" algn="ctr">
              <a:lnSpc>
                <a:spcPct val="95000"/>
              </a:lnSpc>
              <a:spcBef>
                <a:spcPts val="0"/>
              </a:spcBef>
              <a:spcAft>
                <a:spcPts val="0"/>
              </a:spcAft>
              <a:buNone/>
              <a:defRPr/>
            </a:lvl3pPr>
            <a:lvl4pPr lvl="3" algn="ctr">
              <a:lnSpc>
                <a:spcPct val="95000"/>
              </a:lnSpc>
              <a:spcBef>
                <a:spcPts val="0"/>
              </a:spcBef>
              <a:spcAft>
                <a:spcPts val="0"/>
              </a:spcAft>
              <a:buNone/>
              <a:defRPr/>
            </a:lvl4pPr>
            <a:lvl5pPr lvl="4" algn="ctr">
              <a:lnSpc>
                <a:spcPct val="95000"/>
              </a:lnSpc>
              <a:spcBef>
                <a:spcPts val="0"/>
              </a:spcBef>
              <a:spcAft>
                <a:spcPts val="0"/>
              </a:spcAft>
              <a:buNone/>
              <a:defRPr/>
            </a:lvl5pPr>
            <a:lvl6pPr lvl="5" algn="ctr">
              <a:lnSpc>
                <a:spcPct val="95000"/>
              </a:lnSpc>
              <a:spcBef>
                <a:spcPts val="0"/>
              </a:spcBef>
              <a:spcAft>
                <a:spcPts val="0"/>
              </a:spcAft>
              <a:buNone/>
              <a:defRPr/>
            </a:lvl6pPr>
            <a:lvl7pPr lvl="6" algn="ctr">
              <a:lnSpc>
                <a:spcPct val="95000"/>
              </a:lnSpc>
              <a:spcBef>
                <a:spcPts val="0"/>
              </a:spcBef>
              <a:spcAft>
                <a:spcPts val="0"/>
              </a:spcAft>
              <a:buNone/>
              <a:defRPr/>
            </a:lvl7pPr>
            <a:lvl8pPr lvl="7" algn="ctr">
              <a:lnSpc>
                <a:spcPct val="95000"/>
              </a:lnSpc>
              <a:spcBef>
                <a:spcPts val="0"/>
              </a:spcBef>
              <a:spcAft>
                <a:spcPts val="0"/>
              </a:spcAft>
              <a:buNone/>
              <a:defRPr/>
            </a:lvl8pPr>
            <a:lvl9pPr lvl="8" algn="ctr">
              <a:lnSpc>
                <a:spcPct val="95000"/>
              </a:lnSpc>
              <a:spcBef>
                <a:spcPts val="0"/>
              </a:spcBef>
              <a:spcAft>
                <a:spcPts val="0"/>
              </a:spcAft>
              <a:buNone/>
              <a:defRPr/>
            </a:lvl9pPr>
          </a:lstStyle>
          <a:p/>
        </p:txBody>
      </p:sp>
      <p:sp>
        <p:nvSpPr>
          <p:cNvPr id="296" name="Google Shape;296;p24"/>
          <p:cNvSpPr txBox="1"/>
          <p:nvPr>
            <p:ph idx="4" type="subTitle"/>
          </p:nvPr>
        </p:nvSpPr>
        <p:spPr>
          <a:xfrm>
            <a:off x="4056600" y="2688550"/>
            <a:ext cx="11247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3000">
                <a:solidFill>
                  <a:schemeClr val="dk2"/>
                </a:solidFill>
              </a:defRPr>
            </a:lvl1pPr>
            <a:lvl2pPr lvl="1" algn="ctr">
              <a:lnSpc>
                <a:spcPct val="95000"/>
              </a:lnSpc>
              <a:spcBef>
                <a:spcPts val="0"/>
              </a:spcBef>
              <a:spcAft>
                <a:spcPts val="0"/>
              </a:spcAft>
              <a:buNone/>
              <a:defRPr sz="3000">
                <a:solidFill>
                  <a:schemeClr val="dk2"/>
                </a:solidFill>
              </a:defRPr>
            </a:lvl2pPr>
            <a:lvl3pPr lvl="2" algn="ctr">
              <a:lnSpc>
                <a:spcPct val="95000"/>
              </a:lnSpc>
              <a:spcBef>
                <a:spcPts val="0"/>
              </a:spcBef>
              <a:spcAft>
                <a:spcPts val="0"/>
              </a:spcAft>
              <a:buNone/>
              <a:defRPr sz="3000">
                <a:solidFill>
                  <a:schemeClr val="dk2"/>
                </a:solidFill>
              </a:defRPr>
            </a:lvl3pPr>
            <a:lvl4pPr lvl="3" algn="ctr">
              <a:lnSpc>
                <a:spcPct val="95000"/>
              </a:lnSpc>
              <a:spcBef>
                <a:spcPts val="0"/>
              </a:spcBef>
              <a:spcAft>
                <a:spcPts val="0"/>
              </a:spcAft>
              <a:buNone/>
              <a:defRPr sz="3000">
                <a:solidFill>
                  <a:schemeClr val="dk2"/>
                </a:solidFill>
              </a:defRPr>
            </a:lvl4pPr>
            <a:lvl5pPr lvl="4" algn="ctr">
              <a:lnSpc>
                <a:spcPct val="95000"/>
              </a:lnSpc>
              <a:spcBef>
                <a:spcPts val="0"/>
              </a:spcBef>
              <a:spcAft>
                <a:spcPts val="0"/>
              </a:spcAft>
              <a:buNone/>
              <a:defRPr sz="3000">
                <a:solidFill>
                  <a:schemeClr val="dk2"/>
                </a:solidFill>
              </a:defRPr>
            </a:lvl5pPr>
            <a:lvl6pPr lvl="5" algn="ctr">
              <a:lnSpc>
                <a:spcPct val="95000"/>
              </a:lnSpc>
              <a:spcBef>
                <a:spcPts val="0"/>
              </a:spcBef>
              <a:spcAft>
                <a:spcPts val="0"/>
              </a:spcAft>
              <a:buNone/>
              <a:defRPr sz="3000">
                <a:solidFill>
                  <a:schemeClr val="dk2"/>
                </a:solidFill>
              </a:defRPr>
            </a:lvl6pPr>
            <a:lvl7pPr lvl="6" algn="ctr">
              <a:lnSpc>
                <a:spcPct val="95000"/>
              </a:lnSpc>
              <a:spcBef>
                <a:spcPts val="0"/>
              </a:spcBef>
              <a:spcAft>
                <a:spcPts val="0"/>
              </a:spcAft>
              <a:buNone/>
              <a:defRPr sz="3000">
                <a:solidFill>
                  <a:schemeClr val="dk2"/>
                </a:solidFill>
              </a:defRPr>
            </a:lvl7pPr>
            <a:lvl8pPr lvl="7" algn="ctr">
              <a:lnSpc>
                <a:spcPct val="95000"/>
              </a:lnSpc>
              <a:spcBef>
                <a:spcPts val="0"/>
              </a:spcBef>
              <a:spcAft>
                <a:spcPts val="0"/>
              </a:spcAft>
              <a:buNone/>
              <a:defRPr sz="3000">
                <a:solidFill>
                  <a:schemeClr val="dk2"/>
                </a:solidFill>
              </a:defRPr>
            </a:lvl8pPr>
            <a:lvl9pPr lvl="8" algn="ctr">
              <a:lnSpc>
                <a:spcPct val="95000"/>
              </a:lnSpc>
              <a:spcBef>
                <a:spcPts val="0"/>
              </a:spcBef>
              <a:spcAft>
                <a:spcPts val="0"/>
              </a:spcAft>
              <a:buNone/>
              <a:defRPr sz="3000">
                <a:solidFill>
                  <a:schemeClr val="dk2"/>
                </a:solidFill>
              </a:defRPr>
            </a:lvl9pPr>
          </a:lstStyle>
          <a:p/>
        </p:txBody>
      </p:sp>
      <p:sp>
        <p:nvSpPr>
          <p:cNvPr id="297" name="Google Shape;297;p24"/>
          <p:cNvSpPr txBox="1"/>
          <p:nvPr>
            <p:ph idx="5" type="subTitle"/>
          </p:nvPr>
        </p:nvSpPr>
        <p:spPr>
          <a:xfrm>
            <a:off x="3457950" y="2233425"/>
            <a:ext cx="22281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1000"/>
            </a:lvl1pPr>
            <a:lvl2pPr lvl="1" algn="ctr">
              <a:lnSpc>
                <a:spcPct val="95000"/>
              </a:lnSpc>
              <a:spcBef>
                <a:spcPts val="0"/>
              </a:spcBef>
              <a:spcAft>
                <a:spcPts val="0"/>
              </a:spcAft>
              <a:buNone/>
              <a:defRPr sz="1000"/>
            </a:lvl2pPr>
            <a:lvl3pPr lvl="2" algn="ctr">
              <a:lnSpc>
                <a:spcPct val="95000"/>
              </a:lnSpc>
              <a:spcBef>
                <a:spcPts val="0"/>
              </a:spcBef>
              <a:spcAft>
                <a:spcPts val="0"/>
              </a:spcAft>
              <a:buNone/>
              <a:defRPr sz="1000"/>
            </a:lvl3pPr>
            <a:lvl4pPr lvl="3" algn="ctr">
              <a:lnSpc>
                <a:spcPct val="95000"/>
              </a:lnSpc>
              <a:spcBef>
                <a:spcPts val="0"/>
              </a:spcBef>
              <a:spcAft>
                <a:spcPts val="0"/>
              </a:spcAft>
              <a:buNone/>
              <a:defRPr sz="1000"/>
            </a:lvl4pPr>
            <a:lvl5pPr lvl="4" algn="ctr">
              <a:lnSpc>
                <a:spcPct val="95000"/>
              </a:lnSpc>
              <a:spcBef>
                <a:spcPts val="0"/>
              </a:spcBef>
              <a:spcAft>
                <a:spcPts val="0"/>
              </a:spcAft>
              <a:buNone/>
              <a:defRPr sz="1000"/>
            </a:lvl5pPr>
            <a:lvl6pPr lvl="5" algn="ctr">
              <a:lnSpc>
                <a:spcPct val="95000"/>
              </a:lnSpc>
              <a:spcBef>
                <a:spcPts val="0"/>
              </a:spcBef>
              <a:spcAft>
                <a:spcPts val="0"/>
              </a:spcAft>
              <a:buNone/>
              <a:defRPr sz="1000"/>
            </a:lvl6pPr>
            <a:lvl7pPr lvl="6" algn="ctr">
              <a:lnSpc>
                <a:spcPct val="95000"/>
              </a:lnSpc>
              <a:spcBef>
                <a:spcPts val="0"/>
              </a:spcBef>
              <a:spcAft>
                <a:spcPts val="0"/>
              </a:spcAft>
              <a:buNone/>
              <a:defRPr sz="1000"/>
            </a:lvl7pPr>
            <a:lvl8pPr lvl="7" algn="ctr">
              <a:lnSpc>
                <a:spcPct val="95000"/>
              </a:lnSpc>
              <a:spcBef>
                <a:spcPts val="0"/>
              </a:spcBef>
              <a:spcAft>
                <a:spcPts val="0"/>
              </a:spcAft>
              <a:buNone/>
              <a:defRPr sz="1000"/>
            </a:lvl8pPr>
            <a:lvl9pPr lvl="8" algn="ctr">
              <a:lnSpc>
                <a:spcPct val="95000"/>
              </a:lnSpc>
              <a:spcBef>
                <a:spcPts val="0"/>
              </a:spcBef>
              <a:spcAft>
                <a:spcPts val="0"/>
              </a:spcAft>
              <a:buNone/>
              <a:defRPr sz="1000"/>
            </a:lvl9pPr>
          </a:lstStyle>
          <a:p/>
        </p:txBody>
      </p:sp>
      <p:sp>
        <p:nvSpPr>
          <p:cNvPr id="298" name="Google Shape;298;p24"/>
          <p:cNvSpPr txBox="1"/>
          <p:nvPr>
            <p:ph idx="6" type="subTitle"/>
          </p:nvPr>
        </p:nvSpPr>
        <p:spPr>
          <a:xfrm>
            <a:off x="803225" y="1817900"/>
            <a:ext cx="26679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lvl1pPr>
            <a:lvl2pPr lvl="1" algn="ctr">
              <a:lnSpc>
                <a:spcPct val="95000"/>
              </a:lnSpc>
              <a:spcBef>
                <a:spcPts val="0"/>
              </a:spcBef>
              <a:spcAft>
                <a:spcPts val="0"/>
              </a:spcAft>
              <a:buNone/>
              <a:defRPr/>
            </a:lvl2pPr>
            <a:lvl3pPr lvl="2" algn="ctr">
              <a:lnSpc>
                <a:spcPct val="95000"/>
              </a:lnSpc>
              <a:spcBef>
                <a:spcPts val="0"/>
              </a:spcBef>
              <a:spcAft>
                <a:spcPts val="0"/>
              </a:spcAft>
              <a:buNone/>
              <a:defRPr/>
            </a:lvl3pPr>
            <a:lvl4pPr lvl="3" algn="ctr">
              <a:lnSpc>
                <a:spcPct val="95000"/>
              </a:lnSpc>
              <a:spcBef>
                <a:spcPts val="0"/>
              </a:spcBef>
              <a:spcAft>
                <a:spcPts val="0"/>
              </a:spcAft>
              <a:buNone/>
              <a:defRPr/>
            </a:lvl4pPr>
            <a:lvl5pPr lvl="4" algn="ctr">
              <a:lnSpc>
                <a:spcPct val="95000"/>
              </a:lnSpc>
              <a:spcBef>
                <a:spcPts val="0"/>
              </a:spcBef>
              <a:spcAft>
                <a:spcPts val="0"/>
              </a:spcAft>
              <a:buNone/>
              <a:defRPr/>
            </a:lvl5pPr>
            <a:lvl6pPr lvl="5" algn="ctr">
              <a:lnSpc>
                <a:spcPct val="95000"/>
              </a:lnSpc>
              <a:spcBef>
                <a:spcPts val="0"/>
              </a:spcBef>
              <a:spcAft>
                <a:spcPts val="0"/>
              </a:spcAft>
              <a:buNone/>
              <a:defRPr/>
            </a:lvl6pPr>
            <a:lvl7pPr lvl="6" algn="ctr">
              <a:lnSpc>
                <a:spcPct val="95000"/>
              </a:lnSpc>
              <a:spcBef>
                <a:spcPts val="0"/>
              </a:spcBef>
              <a:spcAft>
                <a:spcPts val="0"/>
              </a:spcAft>
              <a:buNone/>
              <a:defRPr/>
            </a:lvl7pPr>
            <a:lvl8pPr lvl="7" algn="ctr">
              <a:lnSpc>
                <a:spcPct val="95000"/>
              </a:lnSpc>
              <a:spcBef>
                <a:spcPts val="0"/>
              </a:spcBef>
              <a:spcAft>
                <a:spcPts val="0"/>
              </a:spcAft>
              <a:buNone/>
              <a:defRPr/>
            </a:lvl8pPr>
            <a:lvl9pPr lvl="8" algn="ctr">
              <a:lnSpc>
                <a:spcPct val="95000"/>
              </a:lnSpc>
              <a:spcBef>
                <a:spcPts val="0"/>
              </a:spcBef>
              <a:spcAft>
                <a:spcPts val="0"/>
              </a:spcAft>
              <a:buNone/>
              <a:defRPr/>
            </a:lvl9pPr>
          </a:lstStyle>
          <a:p/>
        </p:txBody>
      </p:sp>
      <p:sp>
        <p:nvSpPr>
          <p:cNvPr id="299" name="Google Shape;299;p24"/>
          <p:cNvSpPr txBox="1"/>
          <p:nvPr>
            <p:ph idx="7" type="subTitle"/>
          </p:nvPr>
        </p:nvSpPr>
        <p:spPr>
          <a:xfrm>
            <a:off x="1621775" y="2701750"/>
            <a:ext cx="11247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3000">
                <a:solidFill>
                  <a:schemeClr val="dk2"/>
                </a:solidFill>
              </a:defRPr>
            </a:lvl1pPr>
            <a:lvl2pPr lvl="1" algn="ctr">
              <a:lnSpc>
                <a:spcPct val="95000"/>
              </a:lnSpc>
              <a:spcBef>
                <a:spcPts val="0"/>
              </a:spcBef>
              <a:spcAft>
                <a:spcPts val="0"/>
              </a:spcAft>
              <a:buNone/>
              <a:defRPr sz="3000">
                <a:solidFill>
                  <a:schemeClr val="dk2"/>
                </a:solidFill>
              </a:defRPr>
            </a:lvl2pPr>
            <a:lvl3pPr lvl="2" algn="ctr">
              <a:lnSpc>
                <a:spcPct val="95000"/>
              </a:lnSpc>
              <a:spcBef>
                <a:spcPts val="0"/>
              </a:spcBef>
              <a:spcAft>
                <a:spcPts val="0"/>
              </a:spcAft>
              <a:buNone/>
              <a:defRPr sz="3000">
                <a:solidFill>
                  <a:schemeClr val="dk2"/>
                </a:solidFill>
              </a:defRPr>
            </a:lvl3pPr>
            <a:lvl4pPr lvl="3" algn="ctr">
              <a:lnSpc>
                <a:spcPct val="95000"/>
              </a:lnSpc>
              <a:spcBef>
                <a:spcPts val="0"/>
              </a:spcBef>
              <a:spcAft>
                <a:spcPts val="0"/>
              </a:spcAft>
              <a:buNone/>
              <a:defRPr sz="3000">
                <a:solidFill>
                  <a:schemeClr val="dk2"/>
                </a:solidFill>
              </a:defRPr>
            </a:lvl4pPr>
            <a:lvl5pPr lvl="4" algn="ctr">
              <a:lnSpc>
                <a:spcPct val="95000"/>
              </a:lnSpc>
              <a:spcBef>
                <a:spcPts val="0"/>
              </a:spcBef>
              <a:spcAft>
                <a:spcPts val="0"/>
              </a:spcAft>
              <a:buNone/>
              <a:defRPr sz="3000">
                <a:solidFill>
                  <a:schemeClr val="dk2"/>
                </a:solidFill>
              </a:defRPr>
            </a:lvl5pPr>
            <a:lvl6pPr lvl="5" algn="ctr">
              <a:lnSpc>
                <a:spcPct val="95000"/>
              </a:lnSpc>
              <a:spcBef>
                <a:spcPts val="0"/>
              </a:spcBef>
              <a:spcAft>
                <a:spcPts val="0"/>
              </a:spcAft>
              <a:buNone/>
              <a:defRPr sz="3000">
                <a:solidFill>
                  <a:schemeClr val="dk2"/>
                </a:solidFill>
              </a:defRPr>
            </a:lvl6pPr>
            <a:lvl7pPr lvl="6" algn="ctr">
              <a:lnSpc>
                <a:spcPct val="95000"/>
              </a:lnSpc>
              <a:spcBef>
                <a:spcPts val="0"/>
              </a:spcBef>
              <a:spcAft>
                <a:spcPts val="0"/>
              </a:spcAft>
              <a:buNone/>
              <a:defRPr sz="3000">
                <a:solidFill>
                  <a:schemeClr val="dk2"/>
                </a:solidFill>
              </a:defRPr>
            </a:lvl7pPr>
            <a:lvl8pPr lvl="7" algn="ctr">
              <a:lnSpc>
                <a:spcPct val="95000"/>
              </a:lnSpc>
              <a:spcBef>
                <a:spcPts val="0"/>
              </a:spcBef>
              <a:spcAft>
                <a:spcPts val="0"/>
              </a:spcAft>
              <a:buNone/>
              <a:defRPr sz="3000">
                <a:solidFill>
                  <a:schemeClr val="dk2"/>
                </a:solidFill>
              </a:defRPr>
            </a:lvl8pPr>
            <a:lvl9pPr lvl="8" algn="ctr">
              <a:lnSpc>
                <a:spcPct val="95000"/>
              </a:lnSpc>
              <a:spcBef>
                <a:spcPts val="0"/>
              </a:spcBef>
              <a:spcAft>
                <a:spcPts val="0"/>
              </a:spcAft>
              <a:buNone/>
              <a:defRPr sz="3000">
                <a:solidFill>
                  <a:schemeClr val="dk2"/>
                </a:solidFill>
              </a:defRPr>
            </a:lvl9pPr>
          </a:lstStyle>
          <a:p/>
        </p:txBody>
      </p:sp>
      <p:sp>
        <p:nvSpPr>
          <p:cNvPr id="300" name="Google Shape;300;p24"/>
          <p:cNvSpPr txBox="1"/>
          <p:nvPr>
            <p:ph idx="8" type="subTitle"/>
          </p:nvPr>
        </p:nvSpPr>
        <p:spPr>
          <a:xfrm>
            <a:off x="1023125" y="2246625"/>
            <a:ext cx="22281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1000"/>
            </a:lvl1pPr>
            <a:lvl2pPr lvl="1" algn="ctr">
              <a:lnSpc>
                <a:spcPct val="95000"/>
              </a:lnSpc>
              <a:spcBef>
                <a:spcPts val="0"/>
              </a:spcBef>
              <a:spcAft>
                <a:spcPts val="0"/>
              </a:spcAft>
              <a:buNone/>
              <a:defRPr sz="1000"/>
            </a:lvl2pPr>
            <a:lvl3pPr lvl="2" algn="ctr">
              <a:lnSpc>
                <a:spcPct val="95000"/>
              </a:lnSpc>
              <a:spcBef>
                <a:spcPts val="0"/>
              </a:spcBef>
              <a:spcAft>
                <a:spcPts val="0"/>
              </a:spcAft>
              <a:buNone/>
              <a:defRPr sz="1000"/>
            </a:lvl3pPr>
            <a:lvl4pPr lvl="3" algn="ctr">
              <a:lnSpc>
                <a:spcPct val="95000"/>
              </a:lnSpc>
              <a:spcBef>
                <a:spcPts val="0"/>
              </a:spcBef>
              <a:spcAft>
                <a:spcPts val="0"/>
              </a:spcAft>
              <a:buNone/>
              <a:defRPr sz="1000"/>
            </a:lvl4pPr>
            <a:lvl5pPr lvl="4" algn="ctr">
              <a:lnSpc>
                <a:spcPct val="95000"/>
              </a:lnSpc>
              <a:spcBef>
                <a:spcPts val="0"/>
              </a:spcBef>
              <a:spcAft>
                <a:spcPts val="0"/>
              </a:spcAft>
              <a:buNone/>
              <a:defRPr sz="1000"/>
            </a:lvl5pPr>
            <a:lvl6pPr lvl="5" algn="ctr">
              <a:lnSpc>
                <a:spcPct val="95000"/>
              </a:lnSpc>
              <a:spcBef>
                <a:spcPts val="0"/>
              </a:spcBef>
              <a:spcAft>
                <a:spcPts val="0"/>
              </a:spcAft>
              <a:buNone/>
              <a:defRPr sz="1000"/>
            </a:lvl6pPr>
            <a:lvl7pPr lvl="6" algn="ctr">
              <a:lnSpc>
                <a:spcPct val="95000"/>
              </a:lnSpc>
              <a:spcBef>
                <a:spcPts val="0"/>
              </a:spcBef>
              <a:spcAft>
                <a:spcPts val="0"/>
              </a:spcAft>
              <a:buNone/>
              <a:defRPr sz="1000"/>
            </a:lvl7pPr>
            <a:lvl8pPr lvl="7" algn="ctr">
              <a:lnSpc>
                <a:spcPct val="95000"/>
              </a:lnSpc>
              <a:spcBef>
                <a:spcPts val="0"/>
              </a:spcBef>
              <a:spcAft>
                <a:spcPts val="0"/>
              </a:spcAft>
              <a:buNone/>
              <a:defRPr sz="1000"/>
            </a:lvl8pPr>
            <a:lvl9pPr lvl="8" algn="ctr">
              <a:lnSpc>
                <a:spcPct val="95000"/>
              </a:lnSpc>
              <a:spcBef>
                <a:spcPts val="0"/>
              </a:spcBef>
              <a:spcAft>
                <a:spcPts val="0"/>
              </a:spcAft>
              <a:buNone/>
              <a:defRPr sz="1000"/>
            </a:lvl9pPr>
          </a:lstStyle>
          <a:p/>
        </p:txBody>
      </p:sp>
      <p:sp>
        <p:nvSpPr>
          <p:cNvPr id="301" name="Google Shape;301;p24"/>
          <p:cNvSpPr txBox="1"/>
          <p:nvPr>
            <p:ph idx="9" type="subTitle"/>
          </p:nvPr>
        </p:nvSpPr>
        <p:spPr>
          <a:xfrm>
            <a:off x="5672875" y="1804700"/>
            <a:ext cx="26679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lvl1pPr>
            <a:lvl2pPr lvl="1" algn="ctr">
              <a:lnSpc>
                <a:spcPct val="95000"/>
              </a:lnSpc>
              <a:spcBef>
                <a:spcPts val="0"/>
              </a:spcBef>
              <a:spcAft>
                <a:spcPts val="0"/>
              </a:spcAft>
              <a:buNone/>
              <a:defRPr/>
            </a:lvl2pPr>
            <a:lvl3pPr lvl="2" algn="ctr">
              <a:lnSpc>
                <a:spcPct val="95000"/>
              </a:lnSpc>
              <a:spcBef>
                <a:spcPts val="0"/>
              </a:spcBef>
              <a:spcAft>
                <a:spcPts val="0"/>
              </a:spcAft>
              <a:buNone/>
              <a:defRPr/>
            </a:lvl3pPr>
            <a:lvl4pPr lvl="3" algn="ctr">
              <a:lnSpc>
                <a:spcPct val="95000"/>
              </a:lnSpc>
              <a:spcBef>
                <a:spcPts val="0"/>
              </a:spcBef>
              <a:spcAft>
                <a:spcPts val="0"/>
              </a:spcAft>
              <a:buNone/>
              <a:defRPr/>
            </a:lvl4pPr>
            <a:lvl5pPr lvl="4" algn="ctr">
              <a:lnSpc>
                <a:spcPct val="95000"/>
              </a:lnSpc>
              <a:spcBef>
                <a:spcPts val="0"/>
              </a:spcBef>
              <a:spcAft>
                <a:spcPts val="0"/>
              </a:spcAft>
              <a:buNone/>
              <a:defRPr/>
            </a:lvl5pPr>
            <a:lvl6pPr lvl="5" algn="ctr">
              <a:lnSpc>
                <a:spcPct val="95000"/>
              </a:lnSpc>
              <a:spcBef>
                <a:spcPts val="0"/>
              </a:spcBef>
              <a:spcAft>
                <a:spcPts val="0"/>
              </a:spcAft>
              <a:buNone/>
              <a:defRPr/>
            </a:lvl6pPr>
            <a:lvl7pPr lvl="6" algn="ctr">
              <a:lnSpc>
                <a:spcPct val="95000"/>
              </a:lnSpc>
              <a:spcBef>
                <a:spcPts val="0"/>
              </a:spcBef>
              <a:spcAft>
                <a:spcPts val="0"/>
              </a:spcAft>
              <a:buNone/>
              <a:defRPr/>
            </a:lvl7pPr>
            <a:lvl8pPr lvl="7" algn="ctr">
              <a:lnSpc>
                <a:spcPct val="95000"/>
              </a:lnSpc>
              <a:spcBef>
                <a:spcPts val="0"/>
              </a:spcBef>
              <a:spcAft>
                <a:spcPts val="0"/>
              </a:spcAft>
              <a:buNone/>
              <a:defRPr/>
            </a:lvl8pPr>
            <a:lvl9pPr lvl="8" algn="ctr">
              <a:lnSpc>
                <a:spcPct val="95000"/>
              </a:lnSpc>
              <a:spcBef>
                <a:spcPts val="0"/>
              </a:spcBef>
              <a:spcAft>
                <a:spcPts val="0"/>
              </a:spcAft>
              <a:buNone/>
              <a:defRPr/>
            </a:lvl9pPr>
          </a:lstStyle>
          <a:p/>
        </p:txBody>
      </p:sp>
      <p:sp>
        <p:nvSpPr>
          <p:cNvPr id="302" name="Google Shape;302;p24"/>
          <p:cNvSpPr txBox="1"/>
          <p:nvPr>
            <p:ph idx="13" type="subTitle"/>
          </p:nvPr>
        </p:nvSpPr>
        <p:spPr>
          <a:xfrm>
            <a:off x="6491425" y="2688550"/>
            <a:ext cx="11247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3000">
                <a:solidFill>
                  <a:schemeClr val="dk2"/>
                </a:solidFill>
              </a:defRPr>
            </a:lvl1pPr>
            <a:lvl2pPr lvl="1" algn="ctr">
              <a:lnSpc>
                <a:spcPct val="95000"/>
              </a:lnSpc>
              <a:spcBef>
                <a:spcPts val="0"/>
              </a:spcBef>
              <a:spcAft>
                <a:spcPts val="0"/>
              </a:spcAft>
              <a:buNone/>
              <a:defRPr sz="3000">
                <a:solidFill>
                  <a:schemeClr val="dk2"/>
                </a:solidFill>
              </a:defRPr>
            </a:lvl2pPr>
            <a:lvl3pPr lvl="2" algn="ctr">
              <a:lnSpc>
                <a:spcPct val="95000"/>
              </a:lnSpc>
              <a:spcBef>
                <a:spcPts val="0"/>
              </a:spcBef>
              <a:spcAft>
                <a:spcPts val="0"/>
              </a:spcAft>
              <a:buNone/>
              <a:defRPr sz="3000">
                <a:solidFill>
                  <a:schemeClr val="dk2"/>
                </a:solidFill>
              </a:defRPr>
            </a:lvl3pPr>
            <a:lvl4pPr lvl="3" algn="ctr">
              <a:lnSpc>
                <a:spcPct val="95000"/>
              </a:lnSpc>
              <a:spcBef>
                <a:spcPts val="0"/>
              </a:spcBef>
              <a:spcAft>
                <a:spcPts val="0"/>
              </a:spcAft>
              <a:buNone/>
              <a:defRPr sz="3000">
                <a:solidFill>
                  <a:schemeClr val="dk2"/>
                </a:solidFill>
              </a:defRPr>
            </a:lvl4pPr>
            <a:lvl5pPr lvl="4" algn="ctr">
              <a:lnSpc>
                <a:spcPct val="95000"/>
              </a:lnSpc>
              <a:spcBef>
                <a:spcPts val="0"/>
              </a:spcBef>
              <a:spcAft>
                <a:spcPts val="0"/>
              </a:spcAft>
              <a:buNone/>
              <a:defRPr sz="3000">
                <a:solidFill>
                  <a:schemeClr val="dk2"/>
                </a:solidFill>
              </a:defRPr>
            </a:lvl5pPr>
            <a:lvl6pPr lvl="5" algn="ctr">
              <a:lnSpc>
                <a:spcPct val="95000"/>
              </a:lnSpc>
              <a:spcBef>
                <a:spcPts val="0"/>
              </a:spcBef>
              <a:spcAft>
                <a:spcPts val="0"/>
              </a:spcAft>
              <a:buNone/>
              <a:defRPr sz="3000">
                <a:solidFill>
                  <a:schemeClr val="dk2"/>
                </a:solidFill>
              </a:defRPr>
            </a:lvl6pPr>
            <a:lvl7pPr lvl="6" algn="ctr">
              <a:lnSpc>
                <a:spcPct val="95000"/>
              </a:lnSpc>
              <a:spcBef>
                <a:spcPts val="0"/>
              </a:spcBef>
              <a:spcAft>
                <a:spcPts val="0"/>
              </a:spcAft>
              <a:buNone/>
              <a:defRPr sz="3000">
                <a:solidFill>
                  <a:schemeClr val="dk2"/>
                </a:solidFill>
              </a:defRPr>
            </a:lvl7pPr>
            <a:lvl8pPr lvl="7" algn="ctr">
              <a:lnSpc>
                <a:spcPct val="95000"/>
              </a:lnSpc>
              <a:spcBef>
                <a:spcPts val="0"/>
              </a:spcBef>
              <a:spcAft>
                <a:spcPts val="0"/>
              </a:spcAft>
              <a:buNone/>
              <a:defRPr sz="3000">
                <a:solidFill>
                  <a:schemeClr val="dk2"/>
                </a:solidFill>
              </a:defRPr>
            </a:lvl8pPr>
            <a:lvl9pPr lvl="8" algn="ctr">
              <a:lnSpc>
                <a:spcPct val="95000"/>
              </a:lnSpc>
              <a:spcBef>
                <a:spcPts val="0"/>
              </a:spcBef>
              <a:spcAft>
                <a:spcPts val="0"/>
              </a:spcAft>
              <a:buNone/>
              <a:defRPr sz="3000">
                <a:solidFill>
                  <a:schemeClr val="dk2"/>
                </a:solidFill>
              </a:defRPr>
            </a:lvl9pPr>
          </a:lstStyle>
          <a:p/>
        </p:txBody>
      </p:sp>
      <p:sp>
        <p:nvSpPr>
          <p:cNvPr id="303" name="Google Shape;303;p24"/>
          <p:cNvSpPr txBox="1"/>
          <p:nvPr>
            <p:ph idx="14" type="subTitle"/>
          </p:nvPr>
        </p:nvSpPr>
        <p:spPr>
          <a:xfrm>
            <a:off x="5892775" y="2233425"/>
            <a:ext cx="22281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1000"/>
            </a:lvl1pPr>
            <a:lvl2pPr lvl="1" algn="ctr">
              <a:lnSpc>
                <a:spcPct val="95000"/>
              </a:lnSpc>
              <a:spcBef>
                <a:spcPts val="0"/>
              </a:spcBef>
              <a:spcAft>
                <a:spcPts val="0"/>
              </a:spcAft>
              <a:buNone/>
              <a:defRPr sz="1000"/>
            </a:lvl2pPr>
            <a:lvl3pPr lvl="2" algn="ctr">
              <a:lnSpc>
                <a:spcPct val="95000"/>
              </a:lnSpc>
              <a:spcBef>
                <a:spcPts val="0"/>
              </a:spcBef>
              <a:spcAft>
                <a:spcPts val="0"/>
              </a:spcAft>
              <a:buNone/>
              <a:defRPr sz="1000"/>
            </a:lvl3pPr>
            <a:lvl4pPr lvl="3" algn="ctr">
              <a:lnSpc>
                <a:spcPct val="95000"/>
              </a:lnSpc>
              <a:spcBef>
                <a:spcPts val="0"/>
              </a:spcBef>
              <a:spcAft>
                <a:spcPts val="0"/>
              </a:spcAft>
              <a:buNone/>
              <a:defRPr sz="1000"/>
            </a:lvl4pPr>
            <a:lvl5pPr lvl="4" algn="ctr">
              <a:lnSpc>
                <a:spcPct val="95000"/>
              </a:lnSpc>
              <a:spcBef>
                <a:spcPts val="0"/>
              </a:spcBef>
              <a:spcAft>
                <a:spcPts val="0"/>
              </a:spcAft>
              <a:buNone/>
              <a:defRPr sz="1000"/>
            </a:lvl5pPr>
            <a:lvl6pPr lvl="5" algn="ctr">
              <a:lnSpc>
                <a:spcPct val="95000"/>
              </a:lnSpc>
              <a:spcBef>
                <a:spcPts val="0"/>
              </a:spcBef>
              <a:spcAft>
                <a:spcPts val="0"/>
              </a:spcAft>
              <a:buNone/>
              <a:defRPr sz="1000"/>
            </a:lvl6pPr>
            <a:lvl7pPr lvl="6" algn="ctr">
              <a:lnSpc>
                <a:spcPct val="95000"/>
              </a:lnSpc>
              <a:spcBef>
                <a:spcPts val="0"/>
              </a:spcBef>
              <a:spcAft>
                <a:spcPts val="0"/>
              </a:spcAft>
              <a:buNone/>
              <a:defRPr sz="1000"/>
            </a:lvl7pPr>
            <a:lvl8pPr lvl="7" algn="ctr">
              <a:lnSpc>
                <a:spcPct val="95000"/>
              </a:lnSpc>
              <a:spcBef>
                <a:spcPts val="0"/>
              </a:spcBef>
              <a:spcAft>
                <a:spcPts val="0"/>
              </a:spcAft>
              <a:buNone/>
              <a:defRPr sz="1000"/>
            </a:lvl8pPr>
            <a:lvl9pPr lvl="8" algn="ctr">
              <a:lnSpc>
                <a:spcPct val="95000"/>
              </a:lnSpc>
              <a:spcBef>
                <a:spcPts val="0"/>
              </a:spcBef>
              <a:spcAft>
                <a:spcPts val="0"/>
              </a:spcAft>
              <a:buNone/>
              <a:defRPr sz="10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2">
  <p:cSld name="CUSTOM_8_1_1_1_1_1_1_1_1_1_1_1_1_1_1_1_1_1_1_1_1_1_1_1_1_1_1_1_1_1_1_1_1_1_1_1_1_1">
    <p:spTree>
      <p:nvGrpSpPr>
        <p:cNvPr id="304" name="Shape 304"/>
        <p:cNvGrpSpPr/>
        <p:nvPr/>
      </p:nvGrpSpPr>
      <p:grpSpPr>
        <a:xfrm>
          <a:off x="0" y="0"/>
          <a:ext cx="0" cy="0"/>
          <a:chOff x="0" y="0"/>
          <a:chExt cx="0" cy="0"/>
        </a:xfrm>
      </p:grpSpPr>
      <p:sp>
        <p:nvSpPr>
          <p:cNvPr id="305" name="Google Shape;305;p25"/>
          <p:cNvSpPr/>
          <p:nvPr/>
        </p:nvSpPr>
        <p:spPr>
          <a:xfrm rot="5400000">
            <a:off x="5473500" y="0"/>
            <a:ext cx="3670500" cy="3670500"/>
          </a:xfrm>
          <a:prstGeom prst="rect">
            <a:avLst/>
          </a:prstGeom>
          <a:gradFill>
            <a:gsLst>
              <a:gs pos="0">
                <a:schemeClr val="accent5"/>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306" name="Google Shape;306;p25"/>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07" name="Google Shape;307;p25"/>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08" name="Google Shape;308;p25"/>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SzPts val="2000"/>
              <a:buFont typeface="Figtree"/>
              <a:buNone/>
              <a:defRPr sz="2000">
                <a:latin typeface="Figtree"/>
                <a:ea typeface="Figtree"/>
                <a:cs typeface="Figtree"/>
                <a:sym typeface="Figtree"/>
              </a:defRPr>
            </a:lvl2pPr>
            <a:lvl3pPr lvl="2">
              <a:spcBef>
                <a:spcPts val="0"/>
              </a:spcBef>
              <a:spcAft>
                <a:spcPts val="0"/>
              </a:spcAft>
              <a:buSzPts val="2000"/>
              <a:buFont typeface="Figtree"/>
              <a:buNone/>
              <a:defRPr sz="2000">
                <a:latin typeface="Figtree"/>
                <a:ea typeface="Figtree"/>
                <a:cs typeface="Figtree"/>
                <a:sym typeface="Figtree"/>
              </a:defRPr>
            </a:lvl3pPr>
            <a:lvl4pPr lvl="3">
              <a:spcBef>
                <a:spcPts val="0"/>
              </a:spcBef>
              <a:spcAft>
                <a:spcPts val="0"/>
              </a:spcAft>
              <a:buSzPts val="2000"/>
              <a:buFont typeface="Figtree"/>
              <a:buNone/>
              <a:defRPr sz="2000">
                <a:latin typeface="Figtree"/>
                <a:ea typeface="Figtree"/>
                <a:cs typeface="Figtree"/>
                <a:sym typeface="Figtree"/>
              </a:defRPr>
            </a:lvl4pPr>
            <a:lvl5pPr lvl="4">
              <a:spcBef>
                <a:spcPts val="0"/>
              </a:spcBef>
              <a:spcAft>
                <a:spcPts val="0"/>
              </a:spcAft>
              <a:buSzPts val="2000"/>
              <a:buFont typeface="Figtree"/>
              <a:buNone/>
              <a:defRPr sz="2000">
                <a:latin typeface="Figtree"/>
                <a:ea typeface="Figtree"/>
                <a:cs typeface="Figtree"/>
                <a:sym typeface="Figtree"/>
              </a:defRPr>
            </a:lvl5pPr>
            <a:lvl6pPr lvl="5">
              <a:spcBef>
                <a:spcPts val="0"/>
              </a:spcBef>
              <a:spcAft>
                <a:spcPts val="0"/>
              </a:spcAft>
              <a:buSzPts val="2000"/>
              <a:buFont typeface="Figtree"/>
              <a:buNone/>
              <a:defRPr sz="2000">
                <a:latin typeface="Figtree"/>
                <a:ea typeface="Figtree"/>
                <a:cs typeface="Figtree"/>
                <a:sym typeface="Figtree"/>
              </a:defRPr>
            </a:lvl6pPr>
            <a:lvl7pPr lvl="6">
              <a:spcBef>
                <a:spcPts val="0"/>
              </a:spcBef>
              <a:spcAft>
                <a:spcPts val="0"/>
              </a:spcAft>
              <a:buSzPts val="2000"/>
              <a:buFont typeface="Figtree"/>
              <a:buNone/>
              <a:defRPr sz="2000">
                <a:latin typeface="Figtree"/>
                <a:ea typeface="Figtree"/>
                <a:cs typeface="Figtree"/>
                <a:sym typeface="Figtree"/>
              </a:defRPr>
            </a:lvl7pPr>
            <a:lvl8pPr lvl="7">
              <a:spcBef>
                <a:spcPts val="0"/>
              </a:spcBef>
              <a:spcAft>
                <a:spcPts val="0"/>
              </a:spcAft>
              <a:buSzPts val="2000"/>
              <a:buFont typeface="Figtree"/>
              <a:buNone/>
              <a:defRPr sz="2000">
                <a:latin typeface="Figtree"/>
                <a:ea typeface="Figtree"/>
                <a:cs typeface="Figtree"/>
                <a:sym typeface="Figtree"/>
              </a:defRPr>
            </a:lvl8pPr>
            <a:lvl9pPr lvl="8">
              <a:spcBef>
                <a:spcPts val="0"/>
              </a:spcBef>
              <a:spcAft>
                <a:spcPts val="0"/>
              </a:spcAft>
              <a:buSzPts val="2000"/>
              <a:buFont typeface="Figtree"/>
              <a:buNone/>
              <a:defRPr sz="2000">
                <a:latin typeface="Figtree"/>
                <a:ea typeface="Figtree"/>
                <a:cs typeface="Figtree"/>
                <a:sym typeface="Figtree"/>
              </a:defRPr>
            </a:lvl9pPr>
          </a:lstStyle>
          <a:p/>
        </p:txBody>
      </p:sp>
      <p:sp>
        <p:nvSpPr>
          <p:cNvPr id="309" name="Google Shape;309;p25"/>
          <p:cNvSpPr txBox="1"/>
          <p:nvPr>
            <p:ph idx="1" type="subTitle"/>
          </p:nvPr>
        </p:nvSpPr>
        <p:spPr>
          <a:xfrm>
            <a:off x="228600" y="792994"/>
            <a:ext cx="3130200" cy="172200"/>
          </a:xfrm>
          <a:prstGeom prst="rect">
            <a:avLst/>
          </a:prstGeom>
        </p:spPr>
        <p:txBody>
          <a:bodyPr anchorCtr="0" anchor="t"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310" name="Google Shape;310;p25"/>
          <p:cNvSpPr txBox="1"/>
          <p:nvPr>
            <p:ph idx="4" type="title"/>
          </p:nvPr>
        </p:nvSpPr>
        <p:spPr>
          <a:xfrm>
            <a:off x="91525"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11" name="Google Shape;311;p25"/>
          <p:cNvSpPr txBox="1"/>
          <p:nvPr>
            <p:ph idx="5" type="title"/>
          </p:nvPr>
        </p:nvSpPr>
        <p:spPr>
          <a:xfrm>
            <a:off x="2849500"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12" name="Google Shape;312;p25"/>
          <p:cNvSpPr txBox="1"/>
          <p:nvPr>
            <p:ph idx="6" type="title"/>
          </p:nvPr>
        </p:nvSpPr>
        <p:spPr>
          <a:xfrm>
            <a:off x="4298950"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13" name="Google Shape;313;p25"/>
          <p:cNvSpPr txBox="1"/>
          <p:nvPr>
            <p:ph idx="7" type="title"/>
          </p:nvPr>
        </p:nvSpPr>
        <p:spPr>
          <a:xfrm>
            <a:off x="7298500"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14" name="Google Shape;314;p25"/>
          <p:cNvSpPr txBox="1"/>
          <p:nvPr>
            <p:ph idx="8" type="subTitle"/>
          </p:nvPr>
        </p:nvSpPr>
        <p:spPr>
          <a:xfrm>
            <a:off x="442900" y="3172725"/>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315" name="Google Shape;315;p25"/>
          <p:cNvSpPr txBox="1"/>
          <p:nvPr>
            <p:ph idx="9" type="subTitle"/>
          </p:nvPr>
        </p:nvSpPr>
        <p:spPr>
          <a:xfrm>
            <a:off x="442900" y="3418396"/>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16" name="Google Shape;316;p25"/>
          <p:cNvSpPr txBox="1"/>
          <p:nvPr>
            <p:ph idx="13" type="body"/>
          </p:nvPr>
        </p:nvSpPr>
        <p:spPr>
          <a:xfrm>
            <a:off x="442898" y="3850550"/>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
        <p:nvSpPr>
          <p:cNvPr id="317" name="Google Shape;317;p25"/>
          <p:cNvSpPr txBox="1"/>
          <p:nvPr>
            <p:ph idx="14" type="subTitle"/>
          </p:nvPr>
        </p:nvSpPr>
        <p:spPr>
          <a:xfrm>
            <a:off x="3201413" y="3173750"/>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318" name="Google Shape;318;p25"/>
          <p:cNvSpPr txBox="1"/>
          <p:nvPr>
            <p:ph idx="15" type="subTitle"/>
          </p:nvPr>
        </p:nvSpPr>
        <p:spPr>
          <a:xfrm>
            <a:off x="3201413" y="3419421"/>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19" name="Google Shape;319;p25"/>
          <p:cNvSpPr txBox="1"/>
          <p:nvPr>
            <p:ph idx="16" type="body"/>
          </p:nvPr>
        </p:nvSpPr>
        <p:spPr>
          <a:xfrm>
            <a:off x="3201411" y="3851575"/>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
        <p:nvSpPr>
          <p:cNvPr id="320" name="Google Shape;320;p25"/>
          <p:cNvSpPr txBox="1"/>
          <p:nvPr>
            <p:ph idx="17" type="subTitle"/>
          </p:nvPr>
        </p:nvSpPr>
        <p:spPr>
          <a:xfrm>
            <a:off x="4652727" y="3173750"/>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321" name="Google Shape;321;p25"/>
          <p:cNvSpPr txBox="1"/>
          <p:nvPr>
            <p:ph idx="18" type="subTitle"/>
          </p:nvPr>
        </p:nvSpPr>
        <p:spPr>
          <a:xfrm>
            <a:off x="4652727" y="3419421"/>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22" name="Google Shape;322;p25"/>
          <p:cNvSpPr txBox="1"/>
          <p:nvPr>
            <p:ph idx="19" type="body"/>
          </p:nvPr>
        </p:nvSpPr>
        <p:spPr>
          <a:xfrm>
            <a:off x="4652725" y="3851575"/>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
        <p:nvSpPr>
          <p:cNvPr id="323" name="Google Shape;323;p25"/>
          <p:cNvSpPr txBox="1"/>
          <p:nvPr>
            <p:ph idx="20" type="subTitle"/>
          </p:nvPr>
        </p:nvSpPr>
        <p:spPr>
          <a:xfrm>
            <a:off x="7646687" y="3172725"/>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324" name="Google Shape;324;p25"/>
          <p:cNvSpPr txBox="1"/>
          <p:nvPr>
            <p:ph idx="21" type="subTitle"/>
          </p:nvPr>
        </p:nvSpPr>
        <p:spPr>
          <a:xfrm>
            <a:off x="7646687" y="3418396"/>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25" name="Google Shape;325;p25"/>
          <p:cNvSpPr txBox="1"/>
          <p:nvPr>
            <p:ph idx="22" type="body"/>
          </p:nvPr>
        </p:nvSpPr>
        <p:spPr>
          <a:xfrm>
            <a:off x="7646686" y="3850550"/>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 Alt 2">
  <p:cSld name="CUSTOM_8_1_1_1_1_1_1_1_1_1_1_1_1_1_1_1_1_1_1_1_1_1_1_1_1_1_1_1_1_1_1_2_1">
    <p:spTree>
      <p:nvGrpSpPr>
        <p:cNvPr id="326" name="Shape 326"/>
        <p:cNvGrpSpPr/>
        <p:nvPr/>
      </p:nvGrpSpPr>
      <p:grpSpPr>
        <a:xfrm>
          <a:off x="0" y="0"/>
          <a:ext cx="0" cy="0"/>
          <a:chOff x="0" y="0"/>
          <a:chExt cx="0" cy="0"/>
        </a:xfrm>
      </p:grpSpPr>
      <p:sp>
        <p:nvSpPr>
          <p:cNvPr id="327" name="Google Shape;327;p26"/>
          <p:cNvSpPr/>
          <p:nvPr/>
        </p:nvSpPr>
        <p:spPr>
          <a:xfrm rot="-5400000">
            <a:off x="0" y="816600"/>
            <a:ext cx="4326900" cy="432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328" name="Google Shape;328;p26"/>
          <p:cNvSpPr/>
          <p:nvPr/>
        </p:nvSpPr>
        <p:spPr>
          <a:xfrm rot="5400000">
            <a:off x="4817100" y="0"/>
            <a:ext cx="4326900" cy="4326900"/>
          </a:xfrm>
          <a:prstGeom prst="rect">
            <a:avLst/>
          </a:prstGeom>
          <a:gradFill>
            <a:gsLst>
              <a:gs pos="0">
                <a:schemeClr val="accent6"/>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329" name="Google Shape;329;p26"/>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30" name="Google Shape;330;p26"/>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31" name="Google Shape;331;p26"/>
          <p:cNvSpPr/>
          <p:nvPr/>
        </p:nvSpPr>
        <p:spPr>
          <a:xfrm>
            <a:off x="228650" y="457200"/>
            <a:ext cx="8686800" cy="4226400"/>
          </a:xfrm>
          <a:prstGeom prst="roundRect">
            <a:avLst>
              <a:gd fmla="val 6822"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igtree"/>
                <a:ea typeface="Figtree"/>
                <a:cs typeface="Figtree"/>
                <a:sym typeface="Figtree"/>
              </a:rPr>
              <a:t>v</a:t>
            </a:r>
            <a:endParaRPr>
              <a:solidFill>
                <a:schemeClr val="lt1"/>
              </a:solidFill>
              <a:latin typeface="Figtree"/>
              <a:ea typeface="Figtree"/>
              <a:cs typeface="Figtree"/>
              <a:sym typeface="Figtree"/>
            </a:endParaRPr>
          </a:p>
        </p:txBody>
      </p:sp>
      <p:sp>
        <p:nvSpPr>
          <p:cNvPr id="332" name="Google Shape;332;p26"/>
          <p:cNvSpPr txBox="1"/>
          <p:nvPr>
            <p:ph idx="3" type="title"/>
          </p:nvPr>
        </p:nvSpPr>
        <p:spPr>
          <a:xfrm>
            <a:off x="1254050" y="1703407"/>
            <a:ext cx="6636000" cy="12795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None/>
              <a:defRPr sz="8000"/>
            </a:lvl1pPr>
            <a:lvl2pPr lvl="1"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2pPr>
            <a:lvl3pPr lvl="2"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3pPr>
            <a:lvl4pPr lvl="3"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4pPr>
            <a:lvl5pPr lvl="4"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5pPr>
            <a:lvl6pPr lvl="5"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6pPr>
            <a:lvl7pPr lvl="6"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7pPr>
            <a:lvl8pPr lvl="7"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8pPr>
            <a:lvl9pPr lvl="8"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9pPr>
          </a:lstStyle>
          <a:p/>
        </p:txBody>
      </p:sp>
      <p:sp>
        <p:nvSpPr>
          <p:cNvPr id="333" name="Google Shape;333;p26"/>
          <p:cNvSpPr txBox="1"/>
          <p:nvPr>
            <p:ph idx="1" type="subTitle"/>
          </p:nvPr>
        </p:nvSpPr>
        <p:spPr>
          <a:xfrm>
            <a:off x="1643100" y="2881050"/>
            <a:ext cx="5857800" cy="4317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solidFill>
                  <a:schemeClr val="dk2"/>
                </a:solidFill>
                <a:latin typeface="Jost"/>
                <a:ea typeface="Jost"/>
                <a:cs typeface="Jost"/>
                <a:sym typeface="Jost"/>
              </a:defRPr>
            </a:lvl1pPr>
            <a:lvl2pPr lvl="1" algn="ctr">
              <a:lnSpc>
                <a:spcPct val="95000"/>
              </a:lnSpc>
              <a:spcBef>
                <a:spcPts val="0"/>
              </a:spcBef>
              <a:spcAft>
                <a:spcPts val="0"/>
              </a:spcAft>
              <a:buNone/>
              <a:defRPr>
                <a:solidFill>
                  <a:schemeClr val="dk2"/>
                </a:solidFill>
                <a:latin typeface="Jost"/>
                <a:ea typeface="Jost"/>
                <a:cs typeface="Jost"/>
                <a:sym typeface="Jost"/>
              </a:defRPr>
            </a:lvl2pPr>
            <a:lvl3pPr lvl="2" algn="ctr">
              <a:lnSpc>
                <a:spcPct val="95000"/>
              </a:lnSpc>
              <a:spcBef>
                <a:spcPts val="0"/>
              </a:spcBef>
              <a:spcAft>
                <a:spcPts val="0"/>
              </a:spcAft>
              <a:buNone/>
              <a:defRPr>
                <a:solidFill>
                  <a:schemeClr val="dk2"/>
                </a:solidFill>
                <a:latin typeface="Jost"/>
                <a:ea typeface="Jost"/>
                <a:cs typeface="Jost"/>
                <a:sym typeface="Jost"/>
              </a:defRPr>
            </a:lvl3pPr>
            <a:lvl4pPr lvl="3" algn="ctr">
              <a:lnSpc>
                <a:spcPct val="95000"/>
              </a:lnSpc>
              <a:spcBef>
                <a:spcPts val="0"/>
              </a:spcBef>
              <a:spcAft>
                <a:spcPts val="0"/>
              </a:spcAft>
              <a:buNone/>
              <a:defRPr>
                <a:solidFill>
                  <a:schemeClr val="dk2"/>
                </a:solidFill>
                <a:latin typeface="Jost"/>
                <a:ea typeface="Jost"/>
                <a:cs typeface="Jost"/>
                <a:sym typeface="Jost"/>
              </a:defRPr>
            </a:lvl4pPr>
            <a:lvl5pPr lvl="4" algn="ctr">
              <a:lnSpc>
                <a:spcPct val="95000"/>
              </a:lnSpc>
              <a:spcBef>
                <a:spcPts val="0"/>
              </a:spcBef>
              <a:spcAft>
                <a:spcPts val="0"/>
              </a:spcAft>
              <a:buNone/>
              <a:defRPr>
                <a:solidFill>
                  <a:schemeClr val="dk2"/>
                </a:solidFill>
                <a:latin typeface="Jost"/>
                <a:ea typeface="Jost"/>
                <a:cs typeface="Jost"/>
                <a:sym typeface="Jost"/>
              </a:defRPr>
            </a:lvl5pPr>
            <a:lvl6pPr lvl="5" algn="ctr">
              <a:lnSpc>
                <a:spcPct val="95000"/>
              </a:lnSpc>
              <a:spcBef>
                <a:spcPts val="0"/>
              </a:spcBef>
              <a:spcAft>
                <a:spcPts val="0"/>
              </a:spcAft>
              <a:buNone/>
              <a:defRPr>
                <a:solidFill>
                  <a:schemeClr val="dk2"/>
                </a:solidFill>
                <a:latin typeface="Jost"/>
                <a:ea typeface="Jost"/>
                <a:cs typeface="Jost"/>
                <a:sym typeface="Jost"/>
              </a:defRPr>
            </a:lvl6pPr>
            <a:lvl7pPr lvl="6" algn="ctr">
              <a:lnSpc>
                <a:spcPct val="95000"/>
              </a:lnSpc>
              <a:spcBef>
                <a:spcPts val="0"/>
              </a:spcBef>
              <a:spcAft>
                <a:spcPts val="0"/>
              </a:spcAft>
              <a:buNone/>
              <a:defRPr>
                <a:solidFill>
                  <a:schemeClr val="dk2"/>
                </a:solidFill>
                <a:latin typeface="Jost"/>
                <a:ea typeface="Jost"/>
                <a:cs typeface="Jost"/>
                <a:sym typeface="Jost"/>
              </a:defRPr>
            </a:lvl7pPr>
            <a:lvl8pPr lvl="7" algn="ctr">
              <a:lnSpc>
                <a:spcPct val="95000"/>
              </a:lnSpc>
              <a:spcBef>
                <a:spcPts val="0"/>
              </a:spcBef>
              <a:spcAft>
                <a:spcPts val="0"/>
              </a:spcAft>
              <a:buNone/>
              <a:defRPr>
                <a:solidFill>
                  <a:schemeClr val="dk2"/>
                </a:solidFill>
                <a:latin typeface="Jost"/>
                <a:ea typeface="Jost"/>
                <a:cs typeface="Jost"/>
                <a:sym typeface="Jost"/>
              </a:defRPr>
            </a:lvl8pPr>
            <a:lvl9pPr lvl="8" algn="ctr">
              <a:lnSpc>
                <a:spcPct val="95000"/>
              </a:lnSpc>
              <a:spcBef>
                <a:spcPts val="0"/>
              </a:spcBef>
              <a:spcAft>
                <a:spcPts val="0"/>
              </a:spcAft>
              <a:buNone/>
              <a:defRPr>
                <a:solidFill>
                  <a:schemeClr val="dk2"/>
                </a:solidFill>
                <a:latin typeface="Jost"/>
                <a:ea typeface="Jost"/>
                <a:cs typeface="Jost"/>
                <a:sym typeface="Jost"/>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34" name="Shape 334"/>
        <p:cNvGrpSpPr/>
        <p:nvPr/>
      </p:nvGrpSpPr>
      <p:grpSpPr>
        <a:xfrm>
          <a:off x="0" y="0"/>
          <a:ext cx="0" cy="0"/>
          <a:chOff x="0" y="0"/>
          <a:chExt cx="0" cy="0"/>
        </a:xfrm>
      </p:grpSpPr>
      <p:sp>
        <p:nvSpPr>
          <p:cNvPr id="335" name="Google Shape;335;p2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36" name="Google Shape;336;p27"/>
          <p:cNvSpPr txBox="1"/>
          <p:nvPr>
            <p:ph idx="1" type="subTitle"/>
          </p:nvPr>
        </p:nvSpPr>
        <p:spPr>
          <a:xfrm>
            <a:off x="311700" y="2834125"/>
            <a:ext cx="8520600" cy="792600"/>
          </a:xfrm>
          <a:prstGeom prst="rect">
            <a:avLst/>
          </a:prstGeom>
        </p:spPr>
        <p:txBody>
          <a:bodyPr anchorCtr="0" anchor="t" bIns="0" lIns="0" spcFirstLastPara="1" rIns="0" wrap="square" tIns="0">
            <a:sp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37" name="Shape 337"/>
        <p:cNvGrpSpPr/>
        <p:nvPr/>
      </p:nvGrpSpPr>
      <p:grpSpPr>
        <a:xfrm>
          <a:off x="0" y="0"/>
          <a:ext cx="0" cy="0"/>
          <a:chOff x="0" y="0"/>
          <a:chExt cx="0" cy="0"/>
        </a:xfrm>
      </p:grpSpPr>
      <p:sp>
        <p:nvSpPr>
          <p:cNvPr id="338" name="Google Shape;338;p2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39" name="Shape 339"/>
        <p:cNvGrpSpPr/>
        <p:nvPr/>
      </p:nvGrpSpPr>
      <p:grpSpPr>
        <a:xfrm>
          <a:off x="0" y="0"/>
          <a:ext cx="0" cy="0"/>
          <a:chOff x="0" y="0"/>
          <a:chExt cx="0" cy="0"/>
        </a:xfrm>
      </p:grpSpPr>
      <p:sp>
        <p:nvSpPr>
          <p:cNvPr id="340" name="Google Shape;340;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1" name="Google Shape;341;p2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42" name="Shape 342"/>
        <p:cNvGrpSpPr/>
        <p:nvPr/>
      </p:nvGrpSpPr>
      <p:grpSpPr>
        <a:xfrm>
          <a:off x="0" y="0"/>
          <a:ext cx="0" cy="0"/>
          <a:chOff x="0" y="0"/>
          <a:chExt cx="0" cy="0"/>
        </a:xfrm>
      </p:grpSpPr>
      <p:sp>
        <p:nvSpPr>
          <p:cNvPr id="343" name="Google Shape;343;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4" name="Google Shape;344;p30"/>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5" name="Google Shape;345;p30"/>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46" name="Shape 346"/>
        <p:cNvGrpSpPr/>
        <p:nvPr/>
      </p:nvGrpSpPr>
      <p:grpSpPr>
        <a:xfrm>
          <a:off x="0" y="0"/>
          <a:ext cx="0" cy="0"/>
          <a:chOff x="0" y="0"/>
          <a:chExt cx="0" cy="0"/>
        </a:xfrm>
      </p:grpSpPr>
      <p:sp>
        <p:nvSpPr>
          <p:cNvPr id="347" name="Google Shape;347;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48" name="Shape 348"/>
        <p:cNvGrpSpPr/>
        <p:nvPr/>
      </p:nvGrpSpPr>
      <p:grpSpPr>
        <a:xfrm>
          <a:off x="0" y="0"/>
          <a:ext cx="0" cy="0"/>
          <a:chOff x="0" y="0"/>
          <a:chExt cx="0" cy="0"/>
        </a:xfrm>
      </p:grpSpPr>
      <p:sp>
        <p:nvSpPr>
          <p:cNvPr id="349" name="Google Shape;349;p32"/>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50" name="Google Shape;350;p32"/>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51" name="Shape 351"/>
        <p:cNvGrpSpPr/>
        <p:nvPr/>
      </p:nvGrpSpPr>
      <p:grpSpPr>
        <a:xfrm>
          <a:off x="0" y="0"/>
          <a:ext cx="0" cy="0"/>
          <a:chOff x="0" y="0"/>
          <a:chExt cx="0" cy="0"/>
        </a:xfrm>
      </p:grpSpPr>
      <p:sp>
        <p:nvSpPr>
          <p:cNvPr id="352" name="Google Shape;352;p3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53" name="Shape 353"/>
        <p:cNvGrpSpPr/>
        <p:nvPr/>
      </p:nvGrpSpPr>
      <p:grpSpPr>
        <a:xfrm>
          <a:off x="0" y="0"/>
          <a:ext cx="0" cy="0"/>
          <a:chOff x="0" y="0"/>
          <a:chExt cx="0" cy="0"/>
        </a:xfrm>
      </p:grpSpPr>
      <p:sp>
        <p:nvSpPr>
          <p:cNvPr id="354" name="Google Shape;354;p3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55" name="Google Shape;355;p34"/>
          <p:cNvSpPr txBox="1"/>
          <p:nvPr>
            <p:ph idx="1" type="subTitle"/>
          </p:nvPr>
        </p:nvSpPr>
        <p:spPr>
          <a:xfrm>
            <a:off x="265500" y="2803075"/>
            <a:ext cx="4045200" cy="1235100"/>
          </a:xfrm>
          <a:prstGeom prst="rect">
            <a:avLst/>
          </a:prstGeom>
        </p:spPr>
        <p:txBody>
          <a:bodyPr anchorCtr="0" anchor="t" bIns="0" lIns="0" spcFirstLastPara="1" rIns="0" wrap="square" tIns="0">
            <a:sp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56" name="Google Shape;356;p34"/>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57" name="Shape 357"/>
        <p:cNvGrpSpPr/>
        <p:nvPr/>
      </p:nvGrpSpPr>
      <p:grpSpPr>
        <a:xfrm>
          <a:off x="0" y="0"/>
          <a:ext cx="0" cy="0"/>
          <a:chOff x="0" y="0"/>
          <a:chExt cx="0" cy="0"/>
        </a:xfrm>
      </p:grpSpPr>
      <p:sp>
        <p:nvSpPr>
          <p:cNvPr id="358" name="Google Shape;358;p35"/>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59" name="Shape 359"/>
        <p:cNvGrpSpPr/>
        <p:nvPr/>
      </p:nvGrpSpPr>
      <p:grpSpPr>
        <a:xfrm>
          <a:off x="0" y="0"/>
          <a:ext cx="0" cy="0"/>
          <a:chOff x="0" y="0"/>
          <a:chExt cx="0" cy="0"/>
        </a:xfrm>
      </p:grpSpPr>
      <p:sp>
        <p:nvSpPr>
          <p:cNvPr id="360" name="Google Shape;360;p36"/>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61" name="Google Shape;361;p36"/>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2" name="Shape 362"/>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63" name="Shape 363"/>
        <p:cNvGrpSpPr/>
        <p:nvPr/>
      </p:nvGrpSpPr>
      <p:grpSpPr>
        <a:xfrm>
          <a:off x="0" y="0"/>
          <a:ext cx="0" cy="0"/>
          <a:chOff x="0" y="0"/>
          <a:chExt cx="0" cy="0"/>
        </a:xfrm>
      </p:grpSpPr>
      <p:sp>
        <p:nvSpPr>
          <p:cNvPr id="364" name="Google Shape;364;p38"/>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5" name="Google Shape;365;p38"/>
          <p:cNvSpPr txBox="1"/>
          <p:nvPr>
            <p:ph idx="1" type="subTitle"/>
          </p:nvPr>
        </p:nvSpPr>
        <p:spPr>
          <a:xfrm>
            <a:off x="4406650" y="39375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6" name="Google Shape;366;p38"/>
          <p:cNvSpPr txBox="1"/>
          <p:nvPr>
            <p:ph idx="2" type="subTitle"/>
          </p:nvPr>
        </p:nvSpPr>
        <p:spPr>
          <a:xfrm>
            <a:off x="4406650" y="115170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7" name="Google Shape;367;p38"/>
          <p:cNvSpPr txBox="1"/>
          <p:nvPr>
            <p:ph idx="3" type="subTitle"/>
          </p:nvPr>
        </p:nvSpPr>
        <p:spPr>
          <a:xfrm>
            <a:off x="4406650" y="342557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8" name="Google Shape;368;p38"/>
          <p:cNvSpPr txBox="1"/>
          <p:nvPr>
            <p:ph idx="4" type="subTitle"/>
          </p:nvPr>
        </p:nvSpPr>
        <p:spPr>
          <a:xfrm>
            <a:off x="4406650" y="190966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9" name="Google Shape;369;p38"/>
          <p:cNvSpPr txBox="1"/>
          <p:nvPr>
            <p:ph idx="5" type="subTitle"/>
          </p:nvPr>
        </p:nvSpPr>
        <p:spPr>
          <a:xfrm>
            <a:off x="4406650" y="418352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0" name="Google Shape;370;p38"/>
          <p:cNvSpPr txBox="1"/>
          <p:nvPr>
            <p:ph idx="6" type="subTitle"/>
          </p:nvPr>
        </p:nvSpPr>
        <p:spPr>
          <a:xfrm>
            <a:off x="4406650" y="266761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71" name="Shape 371"/>
        <p:cNvGrpSpPr/>
        <p:nvPr/>
      </p:nvGrpSpPr>
      <p:grpSpPr>
        <a:xfrm>
          <a:off x="0" y="0"/>
          <a:ext cx="0" cy="0"/>
          <a:chOff x="0" y="0"/>
          <a:chExt cx="0" cy="0"/>
        </a:xfrm>
      </p:grpSpPr>
      <p:sp>
        <p:nvSpPr>
          <p:cNvPr id="372" name="Google Shape;372;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3" name="Google Shape;373;p39"/>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4" name="Google Shape;374;p39"/>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75" name="Shape 375"/>
        <p:cNvGrpSpPr/>
        <p:nvPr/>
      </p:nvGrpSpPr>
      <p:grpSpPr>
        <a:xfrm>
          <a:off x="0" y="0"/>
          <a:ext cx="0" cy="0"/>
          <a:chOff x="0" y="0"/>
          <a:chExt cx="0" cy="0"/>
        </a:xfrm>
      </p:grpSpPr>
      <p:sp>
        <p:nvSpPr>
          <p:cNvPr id="376" name="Google Shape;376;p40"/>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77" name="Google Shape;377;p40"/>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8" name="Google Shape;378;p40"/>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9" name="Google Shape;379;p40"/>
          <p:cNvSpPr txBox="1"/>
          <p:nvPr>
            <p:ph idx="3" type="subTitle"/>
          </p:nvPr>
        </p:nvSpPr>
        <p:spPr>
          <a:xfrm>
            <a:off x="48315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0" name="Google Shape;380;p40"/>
          <p:cNvSpPr txBox="1"/>
          <p:nvPr>
            <p:ph idx="4" type="subTitle"/>
          </p:nvPr>
        </p:nvSpPr>
        <p:spPr>
          <a:xfrm>
            <a:off x="504800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81" name="Shape 381"/>
        <p:cNvGrpSpPr/>
        <p:nvPr/>
      </p:nvGrpSpPr>
      <p:grpSpPr>
        <a:xfrm>
          <a:off x="0" y="0"/>
          <a:ext cx="0" cy="0"/>
          <a:chOff x="0" y="0"/>
          <a:chExt cx="0" cy="0"/>
        </a:xfrm>
      </p:grpSpPr>
      <p:sp>
        <p:nvSpPr>
          <p:cNvPr id="382" name="Google Shape;382;p41"/>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3" name="Google Shape;383;p41"/>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4" name="Google Shape;384;p41"/>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85" name="Google Shape;385;p41"/>
          <p:cNvSpPr txBox="1"/>
          <p:nvPr>
            <p:ph idx="3" type="subTitle"/>
          </p:nvPr>
        </p:nvSpPr>
        <p:spPr>
          <a:xfrm>
            <a:off x="4831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6" name="Google Shape;386;p41"/>
          <p:cNvSpPr txBox="1"/>
          <p:nvPr>
            <p:ph idx="4" type="subTitle"/>
          </p:nvPr>
        </p:nvSpPr>
        <p:spPr>
          <a:xfrm>
            <a:off x="334772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7" name="Google Shape;387;p41"/>
          <p:cNvSpPr txBox="1"/>
          <p:nvPr>
            <p:ph idx="5" type="subTitle"/>
          </p:nvPr>
        </p:nvSpPr>
        <p:spPr>
          <a:xfrm>
            <a:off x="62122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8" name="Google Shape;388;p41"/>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89" name="Shape 389"/>
        <p:cNvGrpSpPr/>
        <p:nvPr/>
      </p:nvGrpSpPr>
      <p:grpSpPr>
        <a:xfrm>
          <a:off x="0" y="0"/>
          <a:ext cx="0" cy="0"/>
          <a:chOff x="0" y="0"/>
          <a:chExt cx="0" cy="0"/>
        </a:xfrm>
      </p:grpSpPr>
      <p:sp>
        <p:nvSpPr>
          <p:cNvPr id="390" name="Google Shape;390;p42"/>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1" name="Google Shape;391;p42"/>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2" name="Google Shape;392;p42"/>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3" name="Google Shape;393;p42"/>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4" name="Google Shape;394;p42"/>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95" name="Google Shape;395;p42"/>
          <p:cNvSpPr txBox="1"/>
          <p:nvPr>
            <p:ph idx="5" type="subTitle"/>
          </p:nvPr>
        </p:nvSpPr>
        <p:spPr>
          <a:xfrm>
            <a:off x="366763"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6" name="Google Shape;396;p42"/>
          <p:cNvSpPr txBox="1"/>
          <p:nvPr>
            <p:ph idx="6" type="subTitle"/>
          </p:nvPr>
        </p:nvSpPr>
        <p:spPr>
          <a:xfrm>
            <a:off x="4938738"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7" name="Google Shape;397;p42"/>
          <p:cNvSpPr txBox="1"/>
          <p:nvPr>
            <p:ph idx="7" type="subTitle"/>
          </p:nvPr>
        </p:nvSpPr>
        <p:spPr>
          <a:xfrm>
            <a:off x="4938761"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8" name="Google Shape;398;p42"/>
          <p:cNvSpPr txBox="1"/>
          <p:nvPr>
            <p:ph idx="8" type="subTitle"/>
          </p:nvPr>
        </p:nvSpPr>
        <p:spPr>
          <a:xfrm>
            <a:off x="366750"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99" name="Shape 399"/>
        <p:cNvGrpSpPr/>
        <p:nvPr/>
      </p:nvGrpSpPr>
      <p:grpSpPr>
        <a:xfrm>
          <a:off x="0" y="0"/>
          <a:ext cx="0" cy="0"/>
          <a:chOff x="0" y="0"/>
          <a:chExt cx="0" cy="0"/>
        </a:xfrm>
      </p:grpSpPr>
      <p:sp>
        <p:nvSpPr>
          <p:cNvPr id="400" name="Google Shape;400;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1" name="Google Shape;401;p43"/>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02" name="Shape 402"/>
        <p:cNvGrpSpPr/>
        <p:nvPr/>
      </p:nvGrpSpPr>
      <p:grpSpPr>
        <a:xfrm>
          <a:off x="0" y="0"/>
          <a:ext cx="0" cy="0"/>
          <a:chOff x="0" y="0"/>
          <a:chExt cx="0" cy="0"/>
        </a:xfrm>
      </p:grpSpPr>
      <p:sp>
        <p:nvSpPr>
          <p:cNvPr id="403" name="Google Shape;403;p44"/>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4" name="Google Shape;404;p44"/>
          <p:cNvSpPr/>
          <p:nvPr>
            <p:ph idx="2" type="pic"/>
          </p:nvPr>
        </p:nvSpPr>
        <p:spPr>
          <a:xfrm>
            <a:off x="4804825" y="1133300"/>
            <a:ext cx="4027500" cy="2392800"/>
          </a:xfrm>
          <a:prstGeom prst="rect">
            <a:avLst/>
          </a:prstGeom>
          <a:noFill/>
          <a:ln>
            <a:noFill/>
          </a:ln>
        </p:spPr>
      </p:sp>
      <p:sp>
        <p:nvSpPr>
          <p:cNvPr id="405" name="Google Shape;405;p44"/>
          <p:cNvSpPr/>
          <p:nvPr>
            <p:ph idx="3" type="pic"/>
          </p:nvPr>
        </p:nvSpPr>
        <p:spPr>
          <a:xfrm>
            <a:off x="311725" y="1133300"/>
            <a:ext cx="4027500" cy="2392800"/>
          </a:xfrm>
          <a:prstGeom prst="rect">
            <a:avLst/>
          </a:prstGeom>
          <a:noFill/>
          <a:ln>
            <a:noFill/>
          </a:ln>
        </p:spPr>
      </p:sp>
      <p:sp>
        <p:nvSpPr>
          <p:cNvPr id="406" name="Google Shape;406;p44"/>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7" name="Google Shape;407;p4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8" name="Google Shape;408;p44"/>
          <p:cNvSpPr txBox="1"/>
          <p:nvPr>
            <p:ph idx="5" type="subTitle"/>
          </p:nvPr>
        </p:nvSpPr>
        <p:spPr>
          <a:xfrm>
            <a:off x="3117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09" name="Google Shape;409;p44"/>
          <p:cNvSpPr txBox="1"/>
          <p:nvPr>
            <p:ph idx="6" type="subTitle"/>
          </p:nvPr>
        </p:nvSpPr>
        <p:spPr>
          <a:xfrm>
            <a:off x="48048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10" name="Shape 410"/>
        <p:cNvGrpSpPr/>
        <p:nvPr/>
      </p:nvGrpSpPr>
      <p:grpSpPr>
        <a:xfrm>
          <a:off x="0" y="0"/>
          <a:ext cx="0" cy="0"/>
          <a:chOff x="0" y="0"/>
          <a:chExt cx="0" cy="0"/>
        </a:xfrm>
      </p:grpSpPr>
      <p:sp>
        <p:nvSpPr>
          <p:cNvPr id="411" name="Google Shape;411;p45"/>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2" name="Google Shape;412;p45"/>
          <p:cNvSpPr/>
          <p:nvPr>
            <p:ph idx="2" type="pic"/>
          </p:nvPr>
        </p:nvSpPr>
        <p:spPr>
          <a:xfrm>
            <a:off x="6205225" y="1128325"/>
            <a:ext cx="2627100" cy="2273100"/>
          </a:xfrm>
          <a:prstGeom prst="rect">
            <a:avLst/>
          </a:prstGeom>
          <a:noFill/>
          <a:ln>
            <a:noFill/>
          </a:ln>
        </p:spPr>
      </p:sp>
      <p:sp>
        <p:nvSpPr>
          <p:cNvPr id="413" name="Google Shape;413;p45"/>
          <p:cNvSpPr/>
          <p:nvPr>
            <p:ph idx="3" type="pic"/>
          </p:nvPr>
        </p:nvSpPr>
        <p:spPr>
          <a:xfrm>
            <a:off x="311725" y="1128325"/>
            <a:ext cx="2627100" cy="2273100"/>
          </a:xfrm>
          <a:prstGeom prst="rect">
            <a:avLst/>
          </a:prstGeom>
          <a:noFill/>
          <a:ln>
            <a:noFill/>
          </a:ln>
        </p:spPr>
      </p:sp>
      <p:sp>
        <p:nvSpPr>
          <p:cNvPr id="414" name="Google Shape;414;p45"/>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5" name="Google Shape;415;p45"/>
          <p:cNvSpPr/>
          <p:nvPr>
            <p:ph idx="5" type="pic"/>
          </p:nvPr>
        </p:nvSpPr>
        <p:spPr>
          <a:xfrm>
            <a:off x="3255250" y="1128325"/>
            <a:ext cx="2627100" cy="2273100"/>
          </a:xfrm>
          <a:prstGeom prst="rect">
            <a:avLst/>
          </a:prstGeom>
          <a:noFill/>
          <a:ln>
            <a:noFill/>
          </a:ln>
        </p:spPr>
      </p:sp>
      <p:sp>
        <p:nvSpPr>
          <p:cNvPr id="416" name="Google Shape;416;p45"/>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7" name="Google Shape;417;p4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8" name="Google Shape;418;p45"/>
          <p:cNvSpPr txBox="1"/>
          <p:nvPr>
            <p:ph idx="7" type="subTitle"/>
          </p:nvPr>
        </p:nvSpPr>
        <p:spPr>
          <a:xfrm>
            <a:off x="3117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19" name="Google Shape;419;p45"/>
          <p:cNvSpPr txBox="1"/>
          <p:nvPr>
            <p:ph idx="8" type="subTitle"/>
          </p:nvPr>
        </p:nvSpPr>
        <p:spPr>
          <a:xfrm>
            <a:off x="62052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20" name="Google Shape;420;p45"/>
          <p:cNvSpPr txBox="1"/>
          <p:nvPr>
            <p:ph idx="9" type="subTitle"/>
          </p:nvPr>
        </p:nvSpPr>
        <p:spPr>
          <a:xfrm>
            <a:off x="3255250"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21" name="Shape 421"/>
        <p:cNvGrpSpPr/>
        <p:nvPr/>
      </p:nvGrpSpPr>
      <p:grpSpPr>
        <a:xfrm>
          <a:off x="0" y="0"/>
          <a:ext cx="0" cy="0"/>
          <a:chOff x="0" y="0"/>
          <a:chExt cx="0" cy="0"/>
        </a:xfrm>
      </p:grpSpPr>
      <p:sp>
        <p:nvSpPr>
          <p:cNvPr id="422" name="Google Shape;422;p46"/>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23" name="Shape 423"/>
        <p:cNvGrpSpPr/>
        <p:nvPr/>
      </p:nvGrpSpPr>
      <p:grpSpPr>
        <a:xfrm>
          <a:off x="0" y="0"/>
          <a:ext cx="0" cy="0"/>
          <a:chOff x="0" y="0"/>
          <a:chExt cx="0" cy="0"/>
        </a:xfrm>
      </p:grpSpPr>
      <p:sp>
        <p:nvSpPr>
          <p:cNvPr id="424" name="Google Shape;424;p47"/>
          <p:cNvSpPr/>
          <p:nvPr>
            <p:ph idx="2" type="pic"/>
          </p:nvPr>
        </p:nvSpPr>
        <p:spPr>
          <a:xfrm>
            <a:off x="3389600" y="118913"/>
            <a:ext cx="1643700" cy="1535100"/>
          </a:xfrm>
          <a:prstGeom prst="rect">
            <a:avLst/>
          </a:prstGeom>
          <a:noFill/>
          <a:ln>
            <a:noFill/>
          </a:ln>
        </p:spPr>
      </p:sp>
      <p:sp>
        <p:nvSpPr>
          <p:cNvPr id="425" name="Google Shape;425;p47"/>
          <p:cNvSpPr/>
          <p:nvPr>
            <p:ph idx="3" type="pic"/>
          </p:nvPr>
        </p:nvSpPr>
        <p:spPr>
          <a:xfrm>
            <a:off x="5195935" y="118913"/>
            <a:ext cx="1643700" cy="1535100"/>
          </a:xfrm>
          <a:prstGeom prst="rect">
            <a:avLst/>
          </a:prstGeom>
          <a:noFill/>
          <a:ln>
            <a:noFill/>
          </a:ln>
        </p:spPr>
      </p:sp>
      <p:sp>
        <p:nvSpPr>
          <p:cNvPr id="426" name="Google Shape;426;p47"/>
          <p:cNvSpPr/>
          <p:nvPr>
            <p:ph idx="4" type="pic"/>
          </p:nvPr>
        </p:nvSpPr>
        <p:spPr>
          <a:xfrm>
            <a:off x="7002270" y="118913"/>
            <a:ext cx="1643700" cy="1535100"/>
          </a:xfrm>
          <a:prstGeom prst="rect">
            <a:avLst/>
          </a:prstGeom>
          <a:noFill/>
          <a:ln>
            <a:noFill/>
          </a:ln>
        </p:spPr>
      </p:sp>
      <p:sp>
        <p:nvSpPr>
          <p:cNvPr id="427" name="Google Shape;427;p47"/>
          <p:cNvSpPr/>
          <p:nvPr>
            <p:ph idx="5" type="pic"/>
          </p:nvPr>
        </p:nvSpPr>
        <p:spPr>
          <a:xfrm>
            <a:off x="3389588" y="1804212"/>
            <a:ext cx="1643700" cy="1535100"/>
          </a:xfrm>
          <a:prstGeom prst="rect">
            <a:avLst/>
          </a:prstGeom>
          <a:noFill/>
          <a:ln>
            <a:noFill/>
          </a:ln>
        </p:spPr>
      </p:sp>
      <p:sp>
        <p:nvSpPr>
          <p:cNvPr id="428" name="Google Shape;428;p47"/>
          <p:cNvSpPr/>
          <p:nvPr>
            <p:ph idx="6" type="pic"/>
          </p:nvPr>
        </p:nvSpPr>
        <p:spPr>
          <a:xfrm>
            <a:off x="5195922" y="1804212"/>
            <a:ext cx="1643700" cy="1535100"/>
          </a:xfrm>
          <a:prstGeom prst="rect">
            <a:avLst/>
          </a:prstGeom>
          <a:noFill/>
          <a:ln>
            <a:noFill/>
          </a:ln>
        </p:spPr>
      </p:sp>
      <p:sp>
        <p:nvSpPr>
          <p:cNvPr id="429" name="Google Shape;429;p47"/>
          <p:cNvSpPr/>
          <p:nvPr>
            <p:ph idx="7" type="pic"/>
          </p:nvPr>
        </p:nvSpPr>
        <p:spPr>
          <a:xfrm>
            <a:off x="7002257" y="1804212"/>
            <a:ext cx="1643700" cy="1535100"/>
          </a:xfrm>
          <a:prstGeom prst="rect">
            <a:avLst/>
          </a:prstGeom>
          <a:noFill/>
          <a:ln>
            <a:noFill/>
          </a:ln>
        </p:spPr>
      </p:sp>
      <p:sp>
        <p:nvSpPr>
          <p:cNvPr id="430" name="Google Shape;430;p47"/>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1" name="Google Shape;431;p47"/>
          <p:cNvSpPr/>
          <p:nvPr>
            <p:ph idx="8" type="pic"/>
          </p:nvPr>
        </p:nvSpPr>
        <p:spPr>
          <a:xfrm>
            <a:off x="3389588" y="3489487"/>
            <a:ext cx="1643700" cy="1535100"/>
          </a:xfrm>
          <a:prstGeom prst="rect">
            <a:avLst/>
          </a:prstGeom>
          <a:noFill/>
          <a:ln>
            <a:noFill/>
          </a:ln>
        </p:spPr>
      </p:sp>
      <p:sp>
        <p:nvSpPr>
          <p:cNvPr id="432" name="Google Shape;432;p47"/>
          <p:cNvSpPr/>
          <p:nvPr>
            <p:ph idx="9" type="pic"/>
          </p:nvPr>
        </p:nvSpPr>
        <p:spPr>
          <a:xfrm>
            <a:off x="5195922" y="3489487"/>
            <a:ext cx="1643700" cy="1535100"/>
          </a:xfrm>
          <a:prstGeom prst="rect">
            <a:avLst/>
          </a:prstGeom>
          <a:noFill/>
          <a:ln>
            <a:noFill/>
          </a:ln>
        </p:spPr>
      </p:sp>
      <p:sp>
        <p:nvSpPr>
          <p:cNvPr id="433" name="Google Shape;433;p47"/>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slideLayout" Target="../slideLayouts/slideLayout46.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47" Type="http://schemas.openxmlformats.org/officeDocument/2006/relationships/theme" Target="../theme/theme2.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30075" y="58625"/>
            <a:ext cx="2500500" cy="172200"/>
          </a:xfrm>
          <a:prstGeom prst="rect">
            <a:avLst/>
          </a:prstGeom>
          <a:noFill/>
          <a:ln>
            <a:noFill/>
          </a:ln>
        </p:spPr>
        <p:txBody>
          <a:bodyPr anchorCtr="0" anchor="ctr" bIns="0" lIns="0" spcFirstLastPara="1" rIns="0" wrap="square" tIns="0">
            <a:noAutofit/>
          </a:bodyPr>
          <a:lstStyle>
            <a:lvl1pPr lvl="0">
              <a:spcBef>
                <a:spcPts val="0"/>
              </a:spcBef>
              <a:spcAft>
                <a:spcPts val="0"/>
              </a:spcAft>
              <a:buNone/>
              <a:defRPr sz="700">
                <a:solidFill>
                  <a:schemeClr val="dk1"/>
                </a:solidFill>
                <a:latin typeface="Figtree"/>
                <a:ea typeface="Figtree"/>
                <a:cs typeface="Figtree"/>
                <a:sym typeface="Figtree"/>
              </a:defRPr>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7" name="Google Shape;7;p1"/>
          <p:cNvSpPr txBox="1"/>
          <p:nvPr>
            <p:ph idx="2" type="title"/>
          </p:nvPr>
        </p:nvSpPr>
        <p:spPr>
          <a:xfrm>
            <a:off x="6414875" y="58625"/>
            <a:ext cx="2500500" cy="172200"/>
          </a:xfrm>
          <a:prstGeom prst="rect">
            <a:avLst/>
          </a:prstGeom>
          <a:noFill/>
          <a:ln>
            <a:noFill/>
          </a:ln>
        </p:spPr>
        <p:txBody>
          <a:bodyPr anchorCtr="0" anchor="ctr" bIns="0" lIns="0" spcFirstLastPara="1" rIns="0" wrap="square" tIns="0">
            <a:noAutofit/>
          </a:bodyPr>
          <a:lstStyle>
            <a:lvl1pPr lvl="0" algn="r">
              <a:spcBef>
                <a:spcPts val="0"/>
              </a:spcBef>
              <a:spcAft>
                <a:spcPts val="0"/>
              </a:spcAft>
              <a:buNone/>
              <a:defRPr sz="700">
                <a:solidFill>
                  <a:schemeClr val="dk1"/>
                </a:solidFill>
                <a:latin typeface="Figtree"/>
                <a:ea typeface="Figtree"/>
                <a:cs typeface="Figtree"/>
                <a:sym typeface="Figtree"/>
              </a:defRPr>
            </a:lvl1pPr>
            <a:lvl2pPr lvl="1"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8" name="Google Shape;8;p1"/>
          <p:cNvSpPr txBox="1"/>
          <p:nvPr>
            <p:ph idx="1" type="body"/>
          </p:nvPr>
        </p:nvSpPr>
        <p:spPr>
          <a:xfrm>
            <a:off x="228600" y="2881050"/>
            <a:ext cx="4296600" cy="19365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1pPr>
            <a:lvl2pPr indent="-304800" lvl="1" marL="9144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2pPr>
            <a:lvl3pPr indent="-304800" lvl="2" marL="13716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3pPr>
            <a:lvl4pPr indent="-304800" lvl="3" marL="18288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4pPr>
            <a:lvl5pPr indent="-304800" lvl="4" marL="22860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5pPr>
            <a:lvl6pPr indent="-304800" lvl="5" marL="27432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6pPr>
            <a:lvl7pPr indent="-304800" lvl="6" marL="32004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7pPr>
            <a:lvl8pPr indent="-304800" lvl="7" marL="36576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8pPr>
            <a:lvl9pPr indent="-304800" lvl="8" marL="41148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9pPr>
          </a:lstStyle>
          <a:p/>
        </p:txBody>
      </p:sp>
      <p:sp>
        <p:nvSpPr>
          <p:cNvPr id="9" name="Google Shape;9;p1"/>
          <p:cNvSpPr txBox="1"/>
          <p:nvPr>
            <p:ph idx="3" type="title"/>
          </p:nvPr>
        </p:nvSpPr>
        <p:spPr>
          <a:xfrm>
            <a:off x="371825" y="149825"/>
            <a:ext cx="6212400" cy="23781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5600"/>
              <a:buFont typeface="Figtree"/>
              <a:buNone/>
              <a:defRPr sz="5600">
                <a:solidFill>
                  <a:schemeClr val="dk1"/>
                </a:solidFill>
                <a:latin typeface="Figtree"/>
                <a:ea typeface="Figtree"/>
                <a:cs typeface="Figtree"/>
                <a:sym typeface="Figtre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065">
          <p15:clr>
            <a:srgbClr val="E46962"/>
          </p15:clr>
        </p15:guide>
        <p15:guide id="8" pos="1010">
          <p15:clr>
            <a:srgbClr val="E46962"/>
          </p15:clr>
        </p15:guide>
        <p15:guide id="9" pos="4695">
          <p15:clr>
            <a:srgbClr val="E46962"/>
          </p15:clr>
        </p15:guide>
        <p15:guide id="10" pos="4750">
          <p15:clr>
            <a:srgbClr val="E46962"/>
          </p15:clr>
        </p15:guide>
        <p15:guide id="11" pos="3774">
          <p15:clr>
            <a:srgbClr val="E46962"/>
          </p15:clr>
        </p15:guide>
        <p15:guide id="12" pos="3828">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48"/>
          <p:cNvSpPr txBox="1"/>
          <p:nvPr>
            <p:ph idx="3" type="title"/>
          </p:nvPr>
        </p:nvSpPr>
        <p:spPr>
          <a:xfrm>
            <a:off x="189618" y="1545733"/>
            <a:ext cx="8278500" cy="14442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6700"/>
              <a:t>A/B Testing Analysis</a:t>
            </a:r>
            <a:endParaRPr sz="6700"/>
          </a:p>
          <a:p>
            <a:pPr indent="0" lvl="0" marL="0" rtl="0" algn="ctr">
              <a:spcBef>
                <a:spcPts val="0"/>
              </a:spcBef>
              <a:spcAft>
                <a:spcPts val="0"/>
              </a:spcAft>
              <a:buNone/>
            </a:pPr>
            <a:r>
              <a:rPr i="1" lang="en" sz="2500"/>
              <a:t>Evaluating whether a new webpage increased customer conversion rates</a:t>
            </a:r>
            <a:endParaRPr i="1" sz="2500"/>
          </a:p>
        </p:txBody>
      </p:sp>
      <p:sp>
        <p:nvSpPr>
          <p:cNvPr id="439" name="Google Shape;439;p48"/>
          <p:cNvSpPr txBox="1"/>
          <p:nvPr>
            <p:ph idx="1" type="subTitle"/>
          </p:nvPr>
        </p:nvSpPr>
        <p:spPr>
          <a:xfrm>
            <a:off x="2972875" y="3203600"/>
            <a:ext cx="2712000" cy="184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Madeline Galbraith</a:t>
            </a:r>
            <a:endParaRPr/>
          </a:p>
        </p:txBody>
      </p:sp>
      <p:sp>
        <p:nvSpPr>
          <p:cNvPr id="440" name="Google Shape;440;p48"/>
          <p:cNvSpPr txBox="1"/>
          <p:nvPr>
            <p:ph idx="2" type="subTitle"/>
          </p:nvPr>
        </p:nvSpPr>
        <p:spPr>
          <a:xfrm>
            <a:off x="2972875" y="3449875"/>
            <a:ext cx="4743300" cy="184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SQL • Python • Statistical Analysis • Data Visualization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49"/>
          <p:cNvSpPr txBox="1"/>
          <p:nvPr>
            <p:ph idx="18" type="title"/>
          </p:nvPr>
        </p:nvSpPr>
        <p:spPr>
          <a:xfrm>
            <a:off x="228600" y="457200"/>
            <a:ext cx="7187100" cy="46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800"/>
              <a:t>Business Problem</a:t>
            </a:r>
            <a:endParaRPr sz="1800"/>
          </a:p>
          <a:p>
            <a:pPr indent="0" lvl="0" marL="0" rtl="0" algn="l">
              <a:spcBef>
                <a:spcPts val="0"/>
              </a:spcBef>
              <a:spcAft>
                <a:spcPts val="0"/>
              </a:spcAft>
              <a:buNone/>
            </a:pPr>
            <a:r>
              <a:rPr lang="en" sz="1200"/>
              <a:t>A company launched a redesigned webpage and wanted to determine whether it increased customer conversion rates enough to justify replacing the existing page.</a:t>
            </a:r>
            <a:endParaRPr sz="1200"/>
          </a:p>
        </p:txBody>
      </p:sp>
      <p:sp>
        <p:nvSpPr>
          <p:cNvPr id="446" name="Google Shape;446;p49"/>
          <p:cNvSpPr txBox="1"/>
          <p:nvPr>
            <p:ph type="title"/>
          </p:nvPr>
        </p:nvSpPr>
        <p:spPr>
          <a:xfrm>
            <a:off x="248625" y="2318625"/>
            <a:ext cx="2884500" cy="368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Objective:</a:t>
            </a:r>
            <a:endParaRPr/>
          </a:p>
          <a:p>
            <a:pPr indent="0" lvl="0" marL="0" rtl="0" algn="l">
              <a:spcBef>
                <a:spcPts val="0"/>
              </a:spcBef>
              <a:spcAft>
                <a:spcPts val="0"/>
              </a:spcAft>
              <a:buNone/>
            </a:pPr>
            <a:r>
              <a:t/>
            </a:r>
            <a:endParaRPr sz="1000"/>
          </a:p>
          <a:p>
            <a:pPr indent="-292100" lvl="0" marL="457200" rtl="0" algn="l">
              <a:spcBef>
                <a:spcPts val="0"/>
              </a:spcBef>
              <a:spcAft>
                <a:spcPts val="0"/>
              </a:spcAft>
              <a:buSzPts val="1000"/>
              <a:buChar char="●"/>
            </a:pPr>
            <a:r>
              <a:rPr lang="en" sz="1000"/>
              <a:t>Compare treatment vs. control</a:t>
            </a:r>
            <a:endParaRPr sz="1000"/>
          </a:p>
          <a:p>
            <a:pPr indent="-292100" lvl="0" marL="457200" rtl="0" algn="l">
              <a:spcBef>
                <a:spcPts val="0"/>
              </a:spcBef>
              <a:spcAft>
                <a:spcPts val="0"/>
              </a:spcAft>
              <a:buSzPts val="1000"/>
              <a:buChar char="●"/>
            </a:pPr>
            <a:r>
              <a:rPr lang="en" sz="1000"/>
              <a:t>Determine statistical significance</a:t>
            </a:r>
            <a:endParaRPr sz="1000"/>
          </a:p>
          <a:p>
            <a:pPr indent="-292100" lvl="0" marL="457200" rtl="0" algn="l">
              <a:spcBef>
                <a:spcPts val="0"/>
              </a:spcBef>
              <a:spcAft>
                <a:spcPts val="0"/>
              </a:spcAft>
              <a:buSzPts val="1000"/>
              <a:buChar char="●"/>
            </a:pPr>
            <a:r>
              <a:rPr lang="en" sz="1000"/>
              <a:t>Recommend whether to deploy the new page</a:t>
            </a:r>
            <a:endParaRPr sz="1000"/>
          </a:p>
          <a:p>
            <a:pPr indent="0" lvl="0" marL="457200" rtl="0" algn="l">
              <a:spcBef>
                <a:spcPts val="0"/>
              </a:spcBef>
              <a:spcAft>
                <a:spcPts val="0"/>
              </a:spcAft>
              <a:buNone/>
            </a:pPr>
            <a:r>
              <a:t/>
            </a:r>
            <a:endParaRPr sz="1000"/>
          </a:p>
        </p:txBody>
      </p:sp>
      <p:pic>
        <p:nvPicPr>
          <p:cNvPr id="447" name="Google Shape;447;p49"/>
          <p:cNvPicPr preferRelativeResize="0"/>
          <p:nvPr/>
        </p:nvPicPr>
        <p:blipFill>
          <a:blip r:embed="rId3">
            <a:alphaModFix/>
          </a:blip>
          <a:stretch>
            <a:fillRect/>
          </a:stretch>
        </p:blipFill>
        <p:spPr>
          <a:xfrm>
            <a:off x="3046387" y="1300575"/>
            <a:ext cx="3051224" cy="20372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50"/>
          <p:cNvSpPr txBox="1"/>
          <p:nvPr>
            <p:ph idx="3" type="title"/>
          </p:nvPr>
        </p:nvSpPr>
        <p:spPr>
          <a:xfrm>
            <a:off x="228600" y="457200"/>
            <a:ext cx="4160400" cy="46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Conversion Rates by Country</a:t>
            </a:r>
            <a:endParaRPr/>
          </a:p>
        </p:txBody>
      </p:sp>
      <p:sp>
        <p:nvSpPr>
          <p:cNvPr id="453" name="Google Shape;453;p50"/>
          <p:cNvSpPr txBox="1"/>
          <p:nvPr>
            <p:ph idx="1" type="subTitle"/>
          </p:nvPr>
        </p:nvSpPr>
        <p:spPr>
          <a:xfrm>
            <a:off x="1638400" y="1547558"/>
            <a:ext cx="1372500" cy="431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US</a:t>
            </a:r>
            <a:endParaRPr/>
          </a:p>
        </p:txBody>
      </p:sp>
      <p:sp>
        <p:nvSpPr>
          <p:cNvPr id="454" name="Google Shape;454;p50"/>
          <p:cNvSpPr txBox="1"/>
          <p:nvPr>
            <p:ph idx="4" type="subTitle"/>
          </p:nvPr>
        </p:nvSpPr>
        <p:spPr>
          <a:xfrm>
            <a:off x="3099713" y="1547558"/>
            <a:ext cx="1372500" cy="431700"/>
          </a:xfrm>
          <a:prstGeom prst="rect">
            <a:avLst/>
          </a:prstGeom>
        </p:spPr>
        <p:txBody>
          <a:bodyPr anchorCtr="0" anchor="ctr" bIns="0" lIns="0" spcFirstLastPara="1" rIns="0" wrap="square" tIns="0">
            <a:noAutofit/>
          </a:bodyPr>
          <a:lstStyle/>
          <a:p>
            <a:pPr indent="0" lvl="0" marL="0" rtl="0" algn="ctr">
              <a:spcBef>
                <a:spcPts val="0"/>
              </a:spcBef>
              <a:spcAft>
                <a:spcPts val="0"/>
              </a:spcAft>
              <a:buClr>
                <a:schemeClr val="lt1"/>
              </a:buClr>
              <a:buSzPts val="1100"/>
              <a:buNone/>
            </a:pPr>
            <a:r>
              <a:rPr lang="en"/>
              <a:t>UK</a:t>
            </a:r>
            <a:endParaRPr/>
          </a:p>
        </p:txBody>
      </p:sp>
      <p:sp>
        <p:nvSpPr>
          <p:cNvPr id="455" name="Google Shape;455;p50"/>
          <p:cNvSpPr txBox="1"/>
          <p:nvPr>
            <p:ph idx="5" type="subTitle"/>
          </p:nvPr>
        </p:nvSpPr>
        <p:spPr>
          <a:xfrm>
            <a:off x="4563613" y="1547558"/>
            <a:ext cx="1372500" cy="431700"/>
          </a:xfrm>
          <a:prstGeom prst="rect">
            <a:avLst/>
          </a:prstGeom>
        </p:spPr>
        <p:txBody>
          <a:bodyPr anchorCtr="0" anchor="ctr" bIns="0" lIns="0" spcFirstLastPara="1" rIns="0" wrap="square" tIns="0">
            <a:noAutofit/>
          </a:bodyPr>
          <a:lstStyle/>
          <a:p>
            <a:pPr indent="0" lvl="0" marL="0" rtl="0" algn="ctr">
              <a:spcBef>
                <a:spcPts val="0"/>
              </a:spcBef>
              <a:spcAft>
                <a:spcPts val="0"/>
              </a:spcAft>
              <a:buClr>
                <a:schemeClr val="lt1"/>
              </a:buClr>
              <a:buSzPts val="1100"/>
              <a:buNone/>
            </a:pPr>
            <a:r>
              <a:rPr lang="en"/>
              <a:t>CA</a:t>
            </a:r>
            <a:endParaRPr/>
          </a:p>
        </p:txBody>
      </p:sp>
      <p:sp>
        <p:nvSpPr>
          <p:cNvPr id="456" name="Google Shape;456;p50"/>
          <p:cNvSpPr txBox="1"/>
          <p:nvPr>
            <p:ph idx="8" type="subTitle"/>
          </p:nvPr>
        </p:nvSpPr>
        <p:spPr>
          <a:xfrm>
            <a:off x="381000" y="2131475"/>
            <a:ext cx="6360300" cy="431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Control 			0.107314 		0.101649		0.094474 		</a:t>
            </a:r>
            <a:endParaRPr/>
          </a:p>
          <a:p>
            <a:pPr indent="0" lvl="0" marL="0" rtl="0" algn="l">
              <a:spcBef>
                <a:spcPts val="0"/>
              </a:spcBef>
              <a:spcAft>
                <a:spcPts val="0"/>
              </a:spcAft>
              <a:buClr>
                <a:schemeClr val="lt1"/>
              </a:buClr>
              <a:buSzPts val="1100"/>
              <a:buFont typeface="Arial"/>
              <a:buNone/>
            </a:pPr>
            <a:r>
              <a:t/>
            </a:r>
            <a:endParaRPr/>
          </a:p>
          <a:p>
            <a:pPr indent="0" lvl="0" marL="0" rtl="0" algn="l">
              <a:spcBef>
                <a:spcPts val="0"/>
              </a:spcBef>
              <a:spcAft>
                <a:spcPts val="0"/>
              </a:spcAft>
              <a:buNone/>
            </a:pPr>
            <a:r>
              <a:t/>
            </a:r>
            <a:endParaRPr/>
          </a:p>
        </p:txBody>
      </p:sp>
      <p:sp>
        <p:nvSpPr>
          <p:cNvPr id="457" name="Google Shape;457;p50"/>
          <p:cNvSpPr txBox="1"/>
          <p:nvPr>
            <p:ph idx="9" type="subTitle"/>
          </p:nvPr>
        </p:nvSpPr>
        <p:spPr>
          <a:xfrm>
            <a:off x="381000" y="2682254"/>
            <a:ext cx="6183900" cy="4317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lt1"/>
              </a:buClr>
              <a:buSzPts val="1100"/>
              <a:buNone/>
            </a:pPr>
            <a:r>
              <a:rPr lang="en"/>
              <a:t>Treatment 			0.157769                    0.148698		0.154017		</a:t>
            </a:r>
            <a:endParaRPr/>
          </a:p>
          <a:p>
            <a:pPr indent="0" lvl="0" marL="0" rtl="0" algn="l">
              <a:spcBef>
                <a:spcPts val="0"/>
              </a:spcBef>
              <a:spcAft>
                <a:spcPts val="0"/>
              </a:spcAft>
              <a:buClr>
                <a:schemeClr val="lt1"/>
              </a:buClr>
              <a:buSzPts val="1100"/>
              <a:buNone/>
            </a:pPr>
            <a:r>
              <a:rPr lang="en"/>
              <a:t> </a:t>
            </a:r>
            <a:endParaRPr/>
          </a:p>
          <a:p>
            <a:pPr indent="0" lvl="0" marL="0" rtl="0" algn="l">
              <a:spcBef>
                <a:spcPts val="0"/>
              </a:spcBef>
              <a:spcAft>
                <a:spcPts val="0"/>
              </a:spcAft>
              <a:buClr>
                <a:schemeClr val="lt1"/>
              </a:buClr>
              <a:buSzPts val="1100"/>
              <a:buNone/>
            </a:pPr>
            <a:r>
              <a:t/>
            </a:r>
            <a:endParaRPr/>
          </a:p>
          <a:p>
            <a:pPr indent="0" lvl="0" marL="0" rtl="0" algn="l">
              <a:spcBef>
                <a:spcPts val="0"/>
              </a:spcBef>
              <a:spcAft>
                <a:spcPts val="0"/>
              </a:spcAft>
              <a:buClr>
                <a:schemeClr val="lt1"/>
              </a:buClr>
              <a:buSzPts val="11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51"/>
          <p:cNvSpPr txBox="1"/>
          <p:nvPr>
            <p:ph idx="17" type="title"/>
          </p:nvPr>
        </p:nvSpPr>
        <p:spPr>
          <a:xfrm>
            <a:off x="228600" y="457200"/>
            <a:ext cx="4160400" cy="46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900"/>
              <a:t>A/B Test Executive Summary</a:t>
            </a:r>
            <a:endParaRPr sz="1900"/>
          </a:p>
          <a:p>
            <a:pPr indent="0" lvl="0" marL="0" rtl="0" algn="l">
              <a:spcBef>
                <a:spcPts val="0"/>
              </a:spcBef>
              <a:spcAft>
                <a:spcPts val="0"/>
              </a:spcAft>
              <a:buNone/>
            </a:pPr>
            <a:r>
              <a:t/>
            </a:r>
            <a:endParaRPr sz="1700"/>
          </a:p>
          <a:p>
            <a:pPr indent="0" lvl="0" marL="0" rtl="0" algn="l">
              <a:spcBef>
                <a:spcPts val="0"/>
              </a:spcBef>
              <a:spcAft>
                <a:spcPts val="0"/>
              </a:spcAft>
              <a:buClr>
                <a:schemeClr val="lt1"/>
              </a:buClr>
              <a:buSzPts val="1100"/>
              <a:buFont typeface="Arial"/>
              <a:buNone/>
            </a:pPr>
            <a:r>
              <a:t/>
            </a:r>
            <a:endParaRPr sz="1700"/>
          </a:p>
          <a:p>
            <a:pPr indent="0" lvl="0" marL="0" rtl="0" algn="l">
              <a:spcBef>
                <a:spcPts val="0"/>
              </a:spcBef>
              <a:spcAft>
                <a:spcPts val="0"/>
              </a:spcAft>
              <a:buNone/>
            </a:pPr>
            <a:r>
              <a:rPr lang="en" sz="1700"/>
              <a:t>The treatment group had a higher conversion rate than the control group in all three countries. The United States had the highest conversion rates for both the control and treatment groups. Although the conversion rates differed slightly between countries, the logistic regression analysis showed that country was not a statistically significant predictor of conversion. This suggests the treatment page had a greater influence on conversions than the user's country.</a:t>
            </a:r>
            <a:endParaRPr sz="17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52"/>
          <p:cNvSpPr/>
          <p:nvPr/>
        </p:nvSpPr>
        <p:spPr>
          <a:xfrm>
            <a:off x="228738" y="3103492"/>
            <a:ext cx="8686500" cy="887400"/>
          </a:xfrm>
          <a:prstGeom prst="roundRect">
            <a:avLst>
              <a:gd fmla="val 7911" name="adj"/>
            </a:avLst>
          </a:prstGeom>
          <a:solidFill>
            <a:schemeClr val="lt1"/>
          </a:solidFill>
          <a:ln>
            <a:noFill/>
          </a:ln>
          <a:effectLst>
            <a:outerShdw blurRad="185738" rotWithShape="0" algn="bl">
              <a:schemeClr val="lt2">
                <a:alpha val="65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Figtree"/>
              <a:ea typeface="Figtree"/>
              <a:cs typeface="Figtree"/>
              <a:sym typeface="Figtree"/>
            </a:endParaRPr>
          </a:p>
        </p:txBody>
      </p:sp>
      <p:sp>
        <p:nvSpPr>
          <p:cNvPr id="468" name="Google Shape;468;p52"/>
          <p:cNvSpPr/>
          <p:nvPr/>
        </p:nvSpPr>
        <p:spPr>
          <a:xfrm>
            <a:off x="228750" y="1142175"/>
            <a:ext cx="8686500" cy="887400"/>
          </a:xfrm>
          <a:prstGeom prst="roundRect">
            <a:avLst>
              <a:gd fmla="val 6822" name="adj"/>
            </a:avLst>
          </a:prstGeom>
          <a:solidFill>
            <a:schemeClr val="lt1"/>
          </a:solidFill>
          <a:ln>
            <a:noFill/>
          </a:ln>
          <a:effectLst>
            <a:outerShdw blurRad="185738" rotWithShape="0" algn="bl">
              <a:schemeClr val="lt2">
                <a:alpha val="65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igtree"/>
                <a:ea typeface="Figtree"/>
                <a:cs typeface="Figtree"/>
                <a:sym typeface="Figtree"/>
              </a:rPr>
              <a:t>v</a:t>
            </a:r>
            <a:endParaRPr>
              <a:solidFill>
                <a:schemeClr val="lt1"/>
              </a:solidFill>
              <a:latin typeface="Figtree"/>
              <a:ea typeface="Figtree"/>
              <a:cs typeface="Figtree"/>
              <a:sym typeface="Figtree"/>
            </a:endParaRPr>
          </a:p>
        </p:txBody>
      </p:sp>
      <p:sp>
        <p:nvSpPr>
          <p:cNvPr id="469" name="Google Shape;469;p52"/>
          <p:cNvSpPr txBox="1"/>
          <p:nvPr>
            <p:ph idx="1" type="body"/>
          </p:nvPr>
        </p:nvSpPr>
        <p:spPr>
          <a:xfrm>
            <a:off x="4637600" y="4326275"/>
            <a:ext cx="3934800" cy="449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0.000</a:t>
            </a:r>
            <a:endParaRPr/>
          </a:p>
        </p:txBody>
      </p:sp>
      <p:sp>
        <p:nvSpPr>
          <p:cNvPr id="470" name="Google Shape;470;p52"/>
          <p:cNvSpPr txBox="1"/>
          <p:nvPr>
            <p:ph idx="3" type="subTitle"/>
          </p:nvPr>
        </p:nvSpPr>
        <p:spPr>
          <a:xfrm>
            <a:off x="1603898" y="4342896"/>
            <a:ext cx="2372700" cy="4158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lt1"/>
              </a:buClr>
              <a:buSzPts val="1100"/>
              <a:buNone/>
            </a:pPr>
            <a:r>
              <a:rPr lang="en"/>
              <a:t>P-Value</a:t>
            </a:r>
            <a:endParaRPr/>
          </a:p>
        </p:txBody>
      </p:sp>
      <p:sp>
        <p:nvSpPr>
          <p:cNvPr id="471" name="Google Shape;471;p52"/>
          <p:cNvSpPr txBox="1"/>
          <p:nvPr>
            <p:ph idx="4" type="subTitle"/>
          </p:nvPr>
        </p:nvSpPr>
        <p:spPr>
          <a:xfrm>
            <a:off x="330825" y="4189325"/>
            <a:ext cx="923400" cy="72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04</a:t>
            </a:r>
            <a:endParaRPr/>
          </a:p>
        </p:txBody>
      </p:sp>
      <p:sp>
        <p:nvSpPr>
          <p:cNvPr id="472" name="Google Shape;472;p52"/>
          <p:cNvSpPr txBox="1"/>
          <p:nvPr>
            <p:ph idx="5" type="body"/>
          </p:nvPr>
        </p:nvSpPr>
        <p:spPr>
          <a:xfrm>
            <a:off x="4637600" y="3322645"/>
            <a:ext cx="3934800" cy="449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0.050067</a:t>
            </a:r>
            <a:endParaRPr/>
          </a:p>
        </p:txBody>
      </p:sp>
      <p:sp>
        <p:nvSpPr>
          <p:cNvPr id="473" name="Google Shape;473;p52"/>
          <p:cNvSpPr txBox="1"/>
          <p:nvPr>
            <p:ph idx="6" type="subTitle"/>
          </p:nvPr>
        </p:nvSpPr>
        <p:spPr>
          <a:xfrm>
            <a:off x="1603898" y="3339267"/>
            <a:ext cx="2372700" cy="4158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lt1"/>
              </a:buClr>
              <a:buSzPts val="1100"/>
              <a:buNone/>
            </a:pPr>
            <a:r>
              <a:rPr lang="en"/>
              <a:t>Delta in Treatment vs. Control Conversion Rate</a:t>
            </a:r>
            <a:endParaRPr/>
          </a:p>
        </p:txBody>
      </p:sp>
      <p:sp>
        <p:nvSpPr>
          <p:cNvPr id="474" name="Google Shape;474;p52"/>
          <p:cNvSpPr txBox="1"/>
          <p:nvPr>
            <p:ph idx="7" type="subTitle"/>
          </p:nvPr>
        </p:nvSpPr>
        <p:spPr>
          <a:xfrm>
            <a:off x="330825" y="3185695"/>
            <a:ext cx="923400" cy="72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03</a:t>
            </a:r>
            <a:endParaRPr/>
          </a:p>
        </p:txBody>
      </p:sp>
      <p:sp>
        <p:nvSpPr>
          <p:cNvPr id="475" name="Google Shape;475;p52"/>
          <p:cNvSpPr txBox="1"/>
          <p:nvPr>
            <p:ph idx="8" type="body"/>
          </p:nvPr>
        </p:nvSpPr>
        <p:spPr>
          <a:xfrm>
            <a:off x="4637600" y="2341985"/>
            <a:ext cx="3934800" cy="449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0.105254</a:t>
            </a:r>
            <a:endParaRPr/>
          </a:p>
        </p:txBody>
      </p:sp>
      <p:sp>
        <p:nvSpPr>
          <p:cNvPr id="476" name="Google Shape;476;p52"/>
          <p:cNvSpPr txBox="1"/>
          <p:nvPr>
            <p:ph idx="9" type="subTitle"/>
          </p:nvPr>
        </p:nvSpPr>
        <p:spPr>
          <a:xfrm>
            <a:off x="1603898" y="2358608"/>
            <a:ext cx="2372700" cy="4158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lt1"/>
              </a:buClr>
              <a:buSzPts val="1100"/>
              <a:buNone/>
            </a:pPr>
            <a:r>
              <a:rPr lang="en"/>
              <a:t>Control Conversion Rate</a:t>
            </a:r>
            <a:endParaRPr/>
          </a:p>
        </p:txBody>
      </p:sp>
      <p:sp>
        <p:nvSpPr>
          <p:cNvPr id="477" name="Google Shape;477;p52"/>
          <p:cNvSpPr txBox="1"/>
          <p:nvPr>
            <p:ph idx="13" type="subTitle"/>
          </p:nvPr>
        </p:nvSpPr>
        <p:spPr>
          <a:xfrm>
            <a:off x="330825" y="2205037"/>
            <a:ext cx="923400" cy="72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02</a:t>
            </a:r>
            <a:endParaRPr/>
          </a:p>
        </p:txBody>
      </p:sp>
      <p:sp>
        <p:nvSpPr>
          <p:cNvPr id="478" name="Google Shape;478;p52"/>
          <p:cNvSpPr txBox="1"/>
          <p:nvPr>
            <p:ph idx="14" type="body"/>
          </p:nvPr>
        </p:nvSpPr>
        <p:spPr>
          <a:xfrm>
            <a:off x="4637600" y="1361325"/>
            <a:ext cx="3934800" cy="449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0.155321</a:t>
            </a:r>
            <a:endParaRPr/>
          </a:p>
        </p:txBody>
      </p:sp>
      <p:sp>
        <p:nvSpPr>
          <p:cNvPr id="479" name="Google Shape;479;p52"/>
          <p:cNvSpPr txBox="1"/>
          <p:nvPr>
            <p:ph idx="15" type="subTitle"/>
          </p:nvPr>
        </p:nvSpPr>
        <p:spPr>
          <a:xfrm>
            <a:off x="1603898" y="1377949"/>
            <a:ext cx="2372700" cy="4158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Treatment Conversion Rate</a:t>
            </a:r>
            <a:endParaRPr/>
          </a:p>
        </p:txBody>
      </p:sp>
      <p:sp>
        <p:nvSpPr>
          <p:cNvPr id="480" name="Google Shape;480;p52"/>
          <p:cNvSpPr txBox="1"/>
          <p:nvPr>
            <p:ph idx="16" type="subTitle"/>
          </p:nvPr>
        </p:nvSpPr>
        <p:spPr>
          <a:xfrm>
            <a:off x="330825" y="1224378"/>
            <a:ext cx="923400" cy="72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01</a:t>
            </a:r>
            <a:endParaRPr/>
          </a:p>
        </p:txBody>
      </p:sp>
      <p:sp>
        <p:nvSpPr>
          <p:cNvPr id="481" name="Google Shape;481;p52"/>
          <p:cNvSpPr txBox="1"/>
          <p:nvPr>
            <p:ph idx="17" type="title"/>
          </p:nvPr>
        </p:nvSpPr>
        <p:spPr>
          <a:xfrm>
            <a:off x="228300" y="162325"/>
            <a:ext cx="8593500" cy="46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600"/>
              <a:t>Experiment Results: The treatment page had a higher conversion rate than the control page. The p-value was below the 0.05 significance level, so the null hypothesis was rejected. This provides statistically significant evidence that the treatment page improved conversions.</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53"/>
          <p:cNvSpPr txBox="1"/>
          <p:nvPr>
            <p:ph idx="1" type="subTitle"/>
          </p:nvPr>
        </p:nvSpPr>
        <p:spPr>
          <a:xfrm>
            <a:off x="228600" y="536400"/>
            <a:ext cx="5154900" cy="22473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lt1"/>
              </a:buClr>
              <a:buSzPts val="1100"/>
              <a:buFont typeface="Arial"/>
              <a:buNone/>
            </a:pPr>
            <a:r>
              <a:rPr lang="en" sz="2400"/>
              <a:t>Business Recommendation</a:t>
            </a:r>
            <a:endParaRPr sz="2400"/>
          </a:p>
          <a:p>
            <a:pPr indent="0" lvl="0" marL="0" rtl="0" algn="l">
              <a:spcBef>
                <a:spcPts val="0"/>
              </a:spcBef>
              <a:spcAft>
                <a:spcPts val="0"/>
              </a:spcAft>
              <a:buClr>
                <a:schemeClr val="lt1"/>
              </a:buClr>
              <a:buSzPts val="1100"/>
              <a:buFont typeface="Arial"/>
              <a:buNone/>
            </a:pPr>
            <a:r>
              <a:t/>
            </a:r>
            <a:endParaRPr sz="1400"/>
          </a:p>
          <a:p>
            <a:pPr indent="0" lvl="0" marL="0" rtl="0" algn="l">
              <a:spcBef>
                <a:spcPts val="0"/>
              </a:spcBef>
              <a:spcAft>
                <a:spcPts val="0"/>
              </a:spcAft>
              <a:buNone/>
            </a:pPr>
            <a:r>
              <a:rPr lang="en" sz="1800"/>
              <a:t>The treatment page demonstrated a statistically significant improvement in conversion rates across the observed population. Country did not significantly influence conversion, indicating the redesigned page can be deployed broadly without regional customization.</a:t>
            </a:r>
            <a:endParaRPr sz="1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54"/>
          <p:cNvSpPr txBox="1"/>
          <p:nvPr>
            <p:ph idx="1" type="subTitle"/>
          </p:nvPr>
        </p:nvSpPr>
        <p:spPr>
          <a:xfrm>
            <a:off x="1643100" y="2091950"/>
            <a:ext cx="5857800" cy="431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Madeline Galbraith</a:t>
            </a:r>
            <a:endParaRPr/>
          </a:p>
          <a:p>
            <a:pPr indent="0" lvl="0" marL="0" rtl="0" algn="ctr">
              <a:spcBef>
                <a:spcPts val="0"/>
              </a:spcBef>
              <a:spcAft>
                <a:spcPts val="0"/>
              </a:spcAft>
              <a:buNone/>
            </a:pPr>
            <a:r>
              <a:rPr lang="en" sz="1400"/>
              <a:t>A/B Analysis</a:t>
            </a:r>
            <a:endParaRPr sz="1400"/>
          </a:p>
          <a:p>
            <a:pPr indent="0" lvl="0" marL="0" rtl="0" algn="ctr">
              <a:spcBef>
                <a:spcPts val="0"/>
              </a:spcBef>
              <a:spcAft>
                <a:spcPts val="0"/>
              </a:spcAft>
              <a:buNone/>
            </a:pPr>
            <a:r>
              <a:rPr lang="en" sz="1400"/>
              <a:t>Introduction to Data Science - D496</a:t>
            </a:r>
            <a:endParaRPr sz="1400"/>
          </a:p>
          <a:p>
            <a:pPr indent="0" lvl="0" marL="0" rtl="0" algn="ctr">
              <a:spcBef>
                <a:spcPts val="0"/>
              </a:spcBef>
              <a:spcAft>
                <a:spcPts val="0"/>
              </a:spcAft>
              <a:buNone/>
            </a:pPr>
            <a:r>
              <a:t/>
            </a:r>
            <a:endParaRPr sz="1400"/>
          </a:p>
          <a:p>
            <a:pPr indent="0" lvl="0" marL="0" rtl="0" algn="l">
              <a:spcBef>
                <a:spcPts val="0"/>
              </a:spcBef>
              <a:spcAft>
                <a:spcPts val="0"/>
              </a:spcAft>
              <a:buClr>
                <a:schemeClr val="lt1"/>
              </a:buClr>
              <a:buSzPts val="1100"/>
              <a:buFont typeface="Arial"/>
              <a:buNone/>
            </a:pPr>
            <a:r>
              <a:rPr lang="en" sz="1400">
                <a:solidFill>
                  <a:schemeClr val="dk1"/>
                </a:solidFill>
              </a:rPr>
              <a:t>Technical Skills Demonstrated</a:t>
            </a:r>
            <a:endParaRPr sz="1400">
              <a:solidFill>
                <a:schemeClr val="dk1"/>
              </a:solidFill>
            </a:endParaRPr>
          </a:p>
          <a:p>
            <a:pPr indent="0" lvl="0" marL="0" rtl="0" algn="l">
              <a:spcBef>
                <a:spcPts val="0"/>
              </a:spcBef>
              <a:spcAft>
                <a:spcPts val="0"/>
              </a:spcAft>
              <a:buClr>
                <a:schemeClr val="lt1"/>
              </a:buClr>
              <a:buSzPts val="1100"/>
              <a:buFont typeface="Arial"/>
              <a:buNone/>
            </a:pPr>
            <a:r>
              <a:rPr lang="en" sz="1400">
                <a:solidFill>
                  <a:schemeClr val="dk1"/>
                </a:solidFill>
              </a:rPr>
              <a:t>Python</a:t>
            </a:r>
            <a:endParaRPr sz="1400">
              <a:solidFill>
                <a:schemeClr val="dk1"/>
              </a:solidFill>
            </a:endParaRPr>
          </a:p>
          <a:p>
            <a:pPr indent="0" lvl="0" marL="0" rtl="0" algn="l">
              <a:spcBef>
                <a:spcPts val="0"/>
              </a:spcBef>
              <a:spcAft>
                <a:spcPts val="0"/>
              </a:spcAft>
              <a:buClr>
                <a:schemeClr val="lt1"/>
              </a:buClr>
              <a:buSzPts val="1100"/>
              <a:buFont typeface="Arial"/>
              <a:buNone/>
            </a:pPr>
            <a:r>
              <a:rPr lang="en" sz="1400">
                <a:solidFill>
                  <a:schemeClr val="dk1"/>
                </a:solidFill>
              </a:rPr>
              <a:t>Pandas</a:t>
            </a:r>
            <a:endParaRPr sz="1400">
              <a:solidFill>
                <a:schemeClr val="dk1"/>
              </a:solidFill>
            </a:endParaRPr>
          </a:p>
          <a:p>
            <a:pPr indent="0" lvl="0" marL="0" rtl="0" algn="l">
              <a:spcBef>
                <a:spcPts val="0"/>
              </a:spcBef>
              <a:spcAft>
                <a:spcPts val="0"/>
              </a:spcAft>
              <a:buClr>
                <a:schemeClr val="lt1"/>
              </a:buClr>
              <a:buSzPts val="1100"/>
              <a:buFont typeface="Arial"/>
              <a:buNone/>
            </a:pPr>
            <a:r>
              <a:rPr lang="en" sz="1400">
                <a:solidFill>
                  <a:schemeClr val="dk1"/>
                </a:solidFill>
              </a:rPr>
              <a:t>NumPy</a:t>
            </a:r>
            <a:endParaRPr sz="1400">
              <a:solidFill>
                <a:schemeClr val="dk1"/>
              </a:solidFill>
            </a:endParaRPr>
          </a:p>
          <a:p>
            <a:pPr indent="0" lvl="0" marL="0" rtl="0" algn="l">
              <a:spcBef>
                <a:spcPts val="0"/>
              </a:spcBef>
              <a:spcAft>
                <a:spcPts val="0"/>
              </a:spcAft>
              <a:buClr>
                <a:schemeClr val="lt1"/>
              </a:buClr>
              <a:buSzPts val="1100"/>
              <a:buFont typeface="Arial"/>
              <a:buNone/>
            </a:pPr>
            <a:r>
              <a:rPr lang="en" sz="1400">
                <a:solidFill>
                  <a:schemeClr val="dk1"/>
                </a:solidFill>
              </a:rPr>
              <a:t>Statistical Analysis</a:t>
            </a:r>
            <a:endParaRPr sz="1400">
              <a:solidFill>
                <a:schemeClr val="dk1"/>
              </a:solidFill>
            </a:endParaRPr>
          </a:p>
          <a:p>
            <a:pPr indent="0" lvl="0" marL="0" rtl="0" algn="l">
              <a:spcBef>
                <a:spcPts val="0"/>
              </a:spcBef>
              <a:spcAft>
                <a:spcPts val="0"/>
              </a:spcAft>
              <a:buClr>
                <a:schemeClr val="lt1"/>
              </a:buClr>
              <a:buSzPts val="1100"/>
              <a:buFont typeface="Arial"/>
              <a:buNone/>
            </a:pPr>
            <a:r>
              <a:rPr lang="en" sz="1400">
                <a:solidFill>
                  <a:schemeClr val="dk1"/>
                </a:solidFill>
              </a:rPr>
              <a:t>Logistic Regression</a:t>
            </a:r>
            <a:endParaRPr sz="1400">
              <a:solidFill>
                <a:schemeClr val="dk1"/>
              </a:solidFill>
            </a:endParaRPr>
          </a:p>
          <a:p>
            <a:pPr indent="0" lvl="0" marL="0" rtl="0" algn="l">
              <a:spcBef>
                <a:spcPts val="0"/>
              </a:spcBef>
              <a:spcAft>
                <a:spcPts val="0"/>
              </a:spcAft>
              <a:buClr>
                <a:schemeClr val="lt1"/>
              </a:buClr>
              <a:buSzPts val="1100"/>
              <a:buFont typeface="Arial"/>
              <a:buNone/>
            </a:pPr>
            <a:r>
              <a:rPr lang="en" sz="1400">
                <a:solidFill>
                  <a:schemeClr val="dk1"/>
                </a:solidFill>
              </a:rPr>
              <a:t>A/B Testing</a:t>
            </a:r>
            <a:endParaRPr sz="1400">
              <a:solidFill>
                <a:schemeClr val="dk1"/>
              </a:solidFill>
            </a:endParaRPr>
          </a:p>
          <a:p>
            <a:pPr indent="0" lvl="0" marL="0" rtl="0" algn="l">
              <a:spcBef>
                <a:spcPts val="0"/>
              </a:spcBef>
              <a:spcAft>
                <a:spcPts val="0"/>
              </a:spcAft>
              <a:buClr>
                <a:schemeClr val="lt1"/>
              </a:buClr>
              <a:buSzPts val="1100"/>
              <a:buFont typeface="Arial"/>
              <a:buNone/>
            </a:pPr>
            <a:r>
              <a:rPr lang="en" sz="1400">
                <a:solidFill>
                  <a:schemeClr val="dk1"/>
                </a:solidFill>
              </a:rPr>
              <a:t>Data Cleaning</a:t>
            </a:r>
            <a:endParaRPr sz="1400">
              <a:solidFill>
                <a:schemeClr val="dk1"/>
              </a:solidFill>
            </a:endParaRPr>
          </a:p>
          <a:p>
            <a:pPr indent="0" lvl="0" marL="0" rtl="0" algn="l">
              <a:spcBef>
                <a:spcPts val="0"/>
              </a:spcBef>
              <a:spcAft>
                <a:spcPts val="0"/>
              </a:spcAft>
              <a:buClr>
                <a:schemeClr val="lt1"/>
              </a:buClr>
              <a:buSzPts val="1100"/>
              <a:buFont typeface="Arial"/>
              <a:buNone/>
            </a:pPr>
            <a:r>
              <a:rPr lang="en" sz="1400">
                <a:solidFill>
                  <a:schemeClr val="dk1"/>
                </a:solidFill>
              </a:rPr>
              <a:t>Data Visualization</a:t>
            </a:r>
            <a:endParaRPr sz="1400">
              <a:solidFill>
                <a:schemeClr val="dk1"/>
              </a:solidFill>
            </a:endParaRPr>
          </a:p>
          <a:p>
            <a:pPr indent="0" lvl="0" marL="0" rtl="0" algn="l">
              <a:spcBef>
                <a:spcPts val="0"/>
              </a:spcBef>
              <a:spcAft>
                <a:spcPts val="0"/>
              </a:spcAft>
              <a:buNone/>
            </a:pPr>
            <a:r>
              <a:t/>
            </a:r>
            <a:endParaRPr sz="14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ark mode gradients">
  <a:themeElements>
    <a:clrScheme name="Simple Light">
      <a:dk1>
        <a:srgbClr val="FFFFFF"/>
      </a:dk1>
      <a:lt1>
        <a:srgbClr val="000000"/>
      </a:lt1>
      <a:dk2>
        <a:srgbClr val="FF6234"/>
      </a:dk2>
      <a:lt2>
        <a:srgbClr val="AB4FF6"/>
      </a:lt2>
      <a:accent1>
        <a:srgbClr val="202124"/>
      </a:accent1>
      <a:accent2>
        <a:srgbClr val="F7F2F1"/>
      </a:accent2>
      <a:accent3>
        <a:srgbClr val="BABCC2"/>
      </a:accent3>
      <a:accent4>
        <a:srgbClr val="FCE5CD"/>
      </a:accent4>
      <a:accent5>
        <a:srgbClr val="FF5F79"/>
      </a:accent5>
      <a:accent6>
        <a:srgbClr val="D20972"/>
      </a:accent6>
      <a:hlink>
        <a:srgbClr val="3C78D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